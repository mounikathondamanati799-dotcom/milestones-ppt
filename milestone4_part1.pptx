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embeddedFontLst>
    <p:embeddedFont>
      <p:font typeface="Garamond"/>
      <p:regular r:id="rId16"/>
      <p:bold r:id="rId17"/>
      <p:italic r:id="rId18"/>
      <p:boldItalic r:id="rId19"/>
    </p:embeddedFont>
    <p:embeddedFont>
      <p:font typeface="Open Sans"/>
      <p:bold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g+Ct6Y7kfY5w5gLSfiremUvLXw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OpenSans-bold.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OpenSans-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Garamond-bold.fntdata"/><Relationship Id="rId16" Type="http://schemas.openxmlformats.org/officeDocument/2006/relationships/font" Target="fonts/Garamond-regular.fntdata"/><Relationship Id="rId5" Type="http://schemas.openxmlformats.org/officeDocument/2006/relationships/slide" Target="slides/slide1.xml"/><Relationship Id="rId19" Type="http://schemas.openxmlformats.org/officeDocument/2006/relationships/font" Target="fonts/Garamond-boldItalic.fntdata"/><Relationship Id="rId6" Type="http://schemas.openxmlformats.org/officeDocument/2006/relationships/slide" Target="slides/slide2.xml"/><Relationship Id="rId18" Type="http://schemas.openxmlformats.org/officeDocument/2006/relationships/font" Target="fonts/Garamon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b9e4b446c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b9e4b446c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g3b9e4b446c0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b9e4b446c0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b9e4b446c0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g3b9e4b446c0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13"/>
          <p:cNvSpPr/>
          <p:nvPr/>
        </p:nvSpPr>
        <p:spPr>
          <a:xfrm>
            <a:off x="0" y="0"/>
            <a:ext cx="12192000" cy="68580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20" name="Google Shape;20;p13"/>
          <p:cNvSpPr/>
          <p:nvPr/>
        </p:nvSpPr>
        <p:spPr>
          <a:xfrm>
            <a:off x="1307870" y="1267730"/>
            <a:ext cx="9576262"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3"/>
          <p:cNvSpPr/>
          <p:nvPr/>
        </p:nvSpPr>
        <p:spPr>
          <a:xfrm>
            <a:off x="1447801" y="1411615"/>
            <a:ext cx="9296400" cy="4034770"/>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3"/>
          <p:cNvSpPr/>
          <p:nvPr/>
        </p:nvSpPr>
        <p:spPr>
          <a:xfrm>
            <a:off x="5135880" y="1267730"/>
            <a:ext cx="1920240" cy="7315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 name="Google Shape;23;p13"/>
          <p:cNvGrpSpPr/>
          <p:nvPr/>
        </p:nvGrpSpPr>
        <p:grpSpPr>
          <a:xfrm>
            <a:off x="5250180" y="1267730"/>
            <a:ext cx="1691640" cy="615934"/>
            <a:chOff x="5250180" y="1267730"/>
            <a:chExt cx="1691640" cy="615934"/>
          </a:xfrm>
        </p:grpSpPr>
        <p:cxnSp>
          <p:nvCxnSpPr>
            <p:cNvPr id="24" name="Google Shape;24;p13"/>
            <p:cNvCxnSpPr/>
            <p:nvPr/>
          </p:nvCxnSpPr>
          <p:spPr>
            <a:xfrm>
              <a:off x="525018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25" name="Google Shape;25;p13"/>
            <p:cNvCxnSpPr/>
            <p:nvPr/>
          </p:nvCxnSpPr>
          <p:spPr>
            <a:xfrm>
              <a:off x="694182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26" name="Google Shape;26;p13"/>
            <p:cNvCxnSpPr/>
            <p:nvPr/>
          </p:nvCxnSpPr>
          <p:spPr>
            <a:xfrm>
              <a:off x="5250180" y="1883664"/>
              <a:ext cx="1691640" cy="0"/>
            </a:xfrm>
            <a:prstGeom prst="straightConnector1">
              <a:avLst/>
            </a:prstGeom>
            <a:solidFill>
              <a:srgbClr val="262626"/>
            </a:solidFill>
            <a:ln cap="flat" cmpd="sng" w="9525">
              <a:solidFill>
                <a:srgbClr val="FFFFFF"/>
              </a:solidFill>
              <a:prstDash val="solid"/>
              <a:miter lim="800000"/>
              <a:headEnd len="sm" w="sm" type="none"/>
              <a:tailEnd len="sm" w="sm" type="none"/>
            </a:ln>
          </p:spPr>
        </p:cxnSp>
      </p:grpSp>
      <p:sp>
        <p:nvSpPr>
          <p:cNvPr id="27" name="Google Shape;27;p13"/>
          <p:cNvSpPr txBox="1"/>
          <p:nvPr>
            <p:ph type="ctrTitle"/>
          </p:nvPr>
        </p:nvSpPr>
        <p:spPr>
          <a:xfrm>
            <a:off x="1629103" y="2244830"/>
            <a:ext cx="8933796" cy="2437232"/>
          </a:xfrm>
          <a:prstGeom prst="rect">
            <a:avLst/>
          </a:prstGeom>
          <a:noFill/>
          <a:ln>
            <a:noFill/>
          </a:ln>
        </p:spPr>
        <p:txBody>
          <a:bodyPr anchorCtr="0" anchor="ctr" bIns="45700" lIns="91425" spcFirstLastPara="1" rIns="91425" wrap="square" tIns="45700">
            <a:normAutofit/>
          </a:bodyPr>
          <a:lstStyle>
            <a:lvl1pPr lvl="0" algn="ctr">
              <a:lnSpc>
                <a:spcPct val="83000"/>
              </a:lnSpc>
              <a:spcBef>
                <a:spcPts val="0"/>
              </a:spcBef>
              <a:spcAft>
                <a:spcPts val="0"/>
              </a:spcAft>
              <a:buClr>
                <a:srgbClr val="262626"/>
              </a:buClr>
              <a:buSzPts val="6800"/>
              <a:buFont typeface="Garamond"/>
              <a:buNone/>
              <a:defRPr b="0" sz="6800" cap="none">
                <a:solidFill>
                  <a:srgbClr val="262626"/>
                </a:solidFill>
                <a:latin typeface="Garamond"/>
                <a:ea typeface="Garamond"/>
                <a:cs typeface="Garamond"/>
                <a:sym typeface="Garamo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3"/>
          <p:cNvSpPr txBox="1"/>
          <p:nvPr>
            <p:ph idx="1" type="subTitle"/>
          </p:nvPr>
        </p:nvSpPr>
        <p:spPr>
          <a:xfrm>
            <a:off x="1629101" y="4682062"/>
            <a:ext cx="8936846" cy="457201"/>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SzPts val="1800"/>
              <a:buNone/>
              <a:defRPr sz="1800">
                <a:solidFill>
                  <a:srgbClr val="0C0C0C"/>
                </a:solidFill>
              </a:defRPr>
            </a:lvl1pPr>
            <a:lvl2pPr lvl="1" algn="ctr">
              <a:lnSpc>
                <a:spcPct val="100000"/>
              </a:lnSpc>
              <a:spcBef>
                <a:spcPts val="500"/>
              </a:spcBef>
              <a:spcAft>
                <a:spcPts val="0"/>
              </a:spcAft>
              <a:buSzPts val="1600"/>
              <a:buNone/>
              <a:defRPr sz="1600"/>
            </a:lvl2pPr>
            <a:lvl3pPr lvl="2" algn="ctr">
              <a:lnSpc>
                <a:spcPct val="100000"/>
              </a:lnSpc>
              <a:spcBef>
                <a:spcPts val="500"/>
              </a:spcBef>
              <a:spcAft>
                <a:spcPts val="0"/>
              </a:spcAft>
              <a:buSzPts val="1600"/>
              <a:buNone/>
              <a:defRPr sz="1600"/>
            </a:lvl3pPr>
            <a:lvl4pPr lvl="3" algn="ctr">
              <a:lnSpc>
                <a:spcPct val="100000"/>
              </a:lnSpc>
              <a:spcBef>
                <a:spcPts val="500"/>
              </a:spcBef>
              <a:spcAft>
                <a:spcPts val="0"/>
              </a:spcAft>
              <a:buSzPts val="1600"/>
              <a:buNone/>
              <a:defRPr sz="1600"/>
            </a:lvl4pPr>
            <a:lvl5pPr lvl="4" algn="ctr">
              <a:lnSpc>
                <a:spcPct val="100000"/>
              </a:lnSpc>
              <a:spcBef>
                <a:spcPts val="500"/>
              </a:spcBef>
              <a:spcAft>
                <a:spcPts val="0"/>
              </a:spcAft>
              <a:buSzPts val="1600"/>
              <a:buNone/>
              <a:defRPr sz="1600"/>
            </a:lvl5pPr>
            <a:lvl6pPr lvl="5" algn="ctr">
              <a:lnSpc>
                <a:spcPct val="100000"/>
              </a:lnSpc>
              <a:spcBef>
                <a:spcPts val="500"/>
              </a:spcBef>
              <a:spcAft>
                <a:spcPts val="0"/>
              </a:spcAft>
              <a:buSzPts val="1600"/>
              <a:buNone/>
              <a:defRPr sz="1600"/>
            </a:lvl6pPr>
            <a:lvl7pPr lvl="6" algn="ctr">
              <a:lnSpc>
                <a:spcPct val="100000"/>
              </a:lnSpc>
              <a:spcBef>
                <a:spcPts val="500"/>
              </a:spcBef>
              <a:spcAft>
                <a:spcPts val="0"/>
              </a:spcAft>
              <a:buSzPts val="1600"/>
              <a:buNone/>
              <a:defRPr sz="1600"/>
            </a:lvl7pPr>
            <a:lvl8pPr lvl="7" algn="ctr">
              <a:lnSpc>
                <a:spcPct val="100000"/>
              </a:lnSpc>
              <a:spcBef>
                <a:spcPts val="500"/>
              </a:spcBef>
              <a:spcAft>
                <a:spcPts val="0"/>
              </a:spcAft>
              <a:buSzPts val="1600"/>
              <a:buNone/>
              <a:defRPr sz="1600"/>
            </a:lvl8pPr>
            <a:lvl9pPr lvl="8" algn="ctr">
              <a:lnSpc>
                <a:spcPct val="100000"/>
              </a:lnSpc>
              <a:spcBef>
                <a:spcPts val="500"/>
              </a:spcBef>
              <a:spcAft>
                <a:spcPts val="0"/>
              </a:spcAft>
              <a:buSzPts val="1600"/>
              <a:buNone/>
              <a:defRPr sz="1600"/>
            </a:lvl9pPr>
          </a:lstStyle>
          <a:p/>
        </p:txBody>
      </p:sp>
      <p:sp>
        <p:nvSpPr>
          <p:cNvPr id="29" name="Google Shape;29;p13"/>
          <p:cNvSpPr txBox="1"/>
          <p:nvPr>
            <p:ph idx="10" type="dt"/>
          </p:nvPr>
        </p:nvSpPr>
        <p:spPr>
          <a:xfrm>
            <a:off x="5318760" y="1341256"/>
            <a:ext cx="1554480" cy="485546"/>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rgbClr val="FFFFFF"/>
                </a:solidFill>
                <a:latin typeface="Garamond"/>
                <a:ea typeface="Garamond"/>
                <a:cs typeface="Garamond"/>
                <a:sym typeface="Garamon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 name="Shape 30"/>
        <p:cNvGrpSpPr/>
        <p:nvPr/>
      </p:nvGrpSpPr>
      <p:grpSpPr>
        <a:xfrm>
          <a:off x="0" y="0"/>
          <a:ext cx="0" cy="0"/>
          <a:chOff x="0" y="0"/>
          <a:chExt cx="0" cy="0"/>
        </a:xfrm>
      </p:grpSpPr>
      <p:sp>
        <p:nvSpPr>
          <p:cNvPr id="31" name="Google Shape;31;p14"/>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4"/>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howMasterSp="0">
  <p:cSld name="Agenda">
    <p:spTree>
      <p:nvGrpSpPr>
        <p:cNvPr id="34" name="Shape 34"/>
        <p:cNvGrpSpPr/>
        <p:nvPr/>
      </p:nvGrpSpPr>
      <p:grpSpPr>
        <a:xfrm>
          <a:off x="0" y="0"/>
          <a:ext cx="0" cy="0"/>
          <a:chOff x="0" y="0"/>
          <a:chExt cx="0" cy="0"/>
        </a:xfrm>
      </p:grpSpPr>
      <p:sp>
        <p:nvSpPr>
          <p:cNvPr id="35" name="Google Shape;35;p15"/>
          <p:cNvSpPr/>
          <p:nvPr/>
        </p:nvSpPr>
        <p:spPr>
          <a:xfrm>
            <a:off x="643337" y="643464"/>
            <a:ext cx="6269159" cy="5571072"/>
          </a:xfrm>
          <a:prstGeom prst="rect">
            <a:avLst/>
          </a:prstGeom>
          <a:solidFill>
            <a:srgbClr val="3F3F3F"/>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5"/>
          <p:cNvSpPr txBox="1"/>
          <p:nvPr>
            <p:ph type="title"/>
          </p:nvPr>
        </p:nvSpPr>
        <p:spPr>
          <a:xfrm>
            <a:off x="1243631" y="1621998"/>
            <a:ext cx="5068567" cy="130139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800"/>
              <a:buFont typeface="Garamond"/>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Tag=AccentColor&#10;Flavor=Light&#10;Target=Text" id="37" name="Google Shape;37;p15"/>
          <p:cNvSpPr txBox="1"/>
          <p:nvPr>
            <p:ph idx="1" type="subTitle"/>
          </p:nvPr>
        </p:nvSpPr>
        <p:spPr>
          <a:xfrm>
            <a:off x="1243633" y="3109652"/>
            <a:ext cx="5068567" cy="2395623"/>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900"/>
              </a:spcBef>
              <a:spcAft>
                <a:spcPts val="0"/>
              </a:spcAft>
              <a:buSzPts val="1800"/>
              <a:buNone/>
              <a:defRPr>
                <a:solidFill>
                  <a:schemeClr val="lt1"/>
                </a:solidFill>
              </a:defRPr>
            </a:lvl1pPr>
            <a:lvl2pPr lvl="1" algn="l">
              <a:lnSpc>
                <a:spcPct val="100000"/>
              </a:lnSpc>
              <a:spcBef>
                <a:spcPts val="500"/>
              </a:spcBef>
              <a:spcAft>
                <a:spcPts val="0"/>
              </a:spcAft>
              <a:buSzPts val="1800"/>
              <a:buChar char="◦"/>
              <a:defRPr/>
            </a:lvl2pPr>
            <a:lvl3pPr lvl="2" algn="l">
              <a:lnSpc>
                <a:spcPct val="100000"/>
              </a:lnSpc>
              <a:spcBef>
                <a:spcPts val="500"/>
              </a:spcBef>
              <a:spcAft>
                <a:spcPts val="0"/>
              </a:spcAft>
              <a:buSzPts val="1800"/>
              <a:buChar char="◦"/>
              <a:defRPr/>
            </a:lvl3pPr>
            <a:lvl4pPr lvl="3" algn="l">
              <a:lnSpc>
                <a:spcPct val="100000"/>
              </a:lnSpc>
              <a:spcBef>
                <a:spcPts val="500"/>
              </a:spcBef>
              <a:spcAft>
                <a:spcPts val="0"/>
              </a:spcAft>
              <a:buSzPts val="1800"/>
              <a:buChar char="◦"/>
              <a:defRPr/>
            </a:lvl4pPr>
            <a:lvl5pPr lvl="4" algn="l">
              <a:lnSpc>
                <a:spcPct val="100000"/>
              </a:lnSpc>
              <a:spcBef>
                <a:spcPts val="500"/>
              </a:spcBef>
              <a:spcAft>
                <a:spcPts val="0"/>
              </a:spcAft>
              <a:buSzPts val="1800"/>
              <a:buChar char="◦"/>
              <a:defRPr/>
            </a:lvl5pPr>
            <a:lvl6pPr lvl="5" algn="l">
              <a:lnSpc>
                <a:spcPct val="100000"/>
              </a:lnSpc>
              <a:spcBef>
                <a:spcPts val="500"/>
              </a:spcBef>
              <a:spcAft>
                <a:spcPts val="0"/>
              </a:spcAft>
              <a:buSzPts val="1800"/>
              <a:buChar char="◦"/>
              <a:defRPr/>
            </a:lvl6pPr>
            <a:lvl7pPr lvl="6" algn="l">
              <a:lnSpc>
                <a:spcPct val="100000"/>
              </a:lnSpc>
              <a:spcBef>
                <a:spcPts val="500"/>
              </a:spcBef>
              <a:spcAft>
                <a:spcPts val="0"/>
              </a:spcAft>
              <a:buSzPts val="1800"/>
              <a:buChar char="◦"/>
              <a:defRPr/>
            </a:lvl7pPr>
            <a:lvl8pPr lvl="7" algn="l">
              <a:lnSpc>
                <a:spcPct val="100000"/>
              </a:lnSpc>
              <a:spcBef>
                <a:spcPts val="500"/>
              </a:spcBef>
              <a:spcAft>
                <a:spcPts val="0"/>
              </a:spcAft>
              <a:buSzPts val="1800"/>
              <a:buChar char="◦"/>
              <a:defRPr/>
            </a:lvl8pPr>
            <a:lvl9pPr lvl="8" algn="l">
              <a:lnSpc>
                <a:spcPct val="100000"/>
              </a:lnSpc>
              <a:spcBef>
                <a:spcPts val="500"/>
              </a:spcBef>
              <a:spcAft>
                <a:spcPts val="0"/>
              </a:spcAft>
              <a:buSzPts val="1800"/>
              <a:buChar char="◦"/>
              <a:defRPr/>
            </a:lvl9pPr>
          </a:lstStyle>
          <a:p/>
        </p:txBody>
      </p:sp>
      <p:sp>
        <p:nvSpPr>
          <p:cNvPr id="38" name="Google Shape;38;p15"/>
          <p:cNvSpPr/>
          <p:nvPr>
            <p:ph idx="2" type="pic"/>
          </p:nvPr>
        </p:nvSpPr>
        <p:spPr>
          <a:xfrm>
            <a:off x="7556500" y="641350"/>
            <a:ext cx="3998913" cy="2626784"/>
          </a:xfrm>
          <a:prstGeom prst="rect">
            <a:avLst/>
          </a:prstGeom>
          <a:noFill/>
          <a:ln>
            <a:noFill/>
          </a:ln>
        </p:spPr>
      </p:sp>
      <p:sp>
        <p:nvSpPr>
          <p:cNvPr id="39" name="Google Shape;39;p15"/>
          <p:cNvSpPr/>
          <p:nvPr>
            <p:ph idx="3" type="pic"/>
          </p:nvPr>
        </p:nvSpPr>
        <p:spPr>
          <a:xfrm>
            <a:off x="7554913" y="3606263"/>
            <a:ext cx="4000500" cy="2608269"/>
          </a:xfrm>
          <a:prstGeom prst="rect">
            <a:avLst/>
          </a:prstGeom>
          <a:noFill/>
          <a:ln>
            <a:noFill/>
          </a:ln>
        </p:spPr>
      </p:sp>
      <p:sp>
        <p:nvSpPr>
          <p:cNvPr id="40" name="Google Shape;40;p15"/>
          <p:cNvSpPr/>
          <p:nvPr/>
        </p:nvSpPr>
        <p:spPr>
          <a:xfrm>
            <a:off x="806116" y="809244"/>
            <a:ext cx="5943600" cy="5239512"/>
          </a:xfrm>
          <a:prstGeom prst="rect">
            <a:avLst/>
          </a:prstGeom>
          <a:noFill/>
          <a:ln cap="sq" cmpd="sng" w="9525">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5"/>
          <p:cNvSpPr/>
          <p:nvPr/>
        </p:nvSpPr>
        <p:spPr>
          <a:xfrm>
            <a:off x="2817796" y="640856"/>
            <a:ext cx="1920240" cy="7315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5"/>
          <p:cNvSpPr txBox="1"/>
          <p:nvPr/>
        </p:nvSpPr>
        <p:spPr>
          <a:xfrm>
            <a:off x="3000676" y="687140"/>
            <a:ext cx="1554480" cy="527213"/>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300">
                <a:solidFill>
                  <a:schemeClr val="lt1"/>
                </a:solidFill>
                <a:latin typeface="Garamond"/>
                <a:ea typeface="Garamond"/>
                <a:cs typeface="Garamond"/>
                <a:sym typeface="Garamond"/>
              </a:rPr>
              <a:t>20XX</a:t>
            </a:r>
            <a:endParaRPr/>
          </a:p>
        </p:txBody>
      </p:sp>
      <p:grpSp>
        <p:nvGrpSpPr>
          <p:cNvPr id="43" name="Google Shape;43;p15"/>
          <p:cNvGrpSpPr/>
          <p:nvPr/>
        </p:nvGrpSpPr>
        <p:grpSpPr>
          <a:xfrm>
            <a:off x="2932096" y="640855"/>
            <a:ext cx="1691640" cy="645295"/>
            <a:chOff x="2932096" y="640855"/>
            <a:chExt cx="1691640" cy="645295"/>
          </a:xfrm>
        </p:grpSpPr>
        <p:cxnSp>
          <p:nvCxnSpPr>
            <p:cNvPr id="44" name="Google Shape;44;p15"/>
            <p:cNvCxnSpPr/>
            <p:nvPr/>
          </p:nvCxnSpPr>
          <p:spPr>
            <a:xfrm>
              <a:off x="2932096" y="640855"/>
              <a:ext cx="0" cy="640080"/>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45" name="Google Shape;45;p15"/>
            <p:cNvCxnSpPr/>
            <p:nvPr/>
          </p:nvCxnSpPr>
          <p:spPr>
            <a:xfrm>
              <a:off x="4623736" y="640855"/>
              <a:ext cx="0" cy="640080"/>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46" name="Google Shape;46;p15"/>
            <p:cNvCxnSpPr/>
            <p:nvPr/>
          </p:nvCxnSpPr>
          <p:spPr>
            <a:xfrm>
              <a:off x="2932096" y="1286150"/>
              <a:ext cx="1691640" cy="0"/>
            </a:xfrm>
            <a:prstGeom prst="straightConnector1">
              <a:avLst/>
            </a:prstGeom>
            <a:solidFill>
              <a:srgbClr val="262626"/>
            </a:solidFill>
            <a:ln cap="flat" cmpd="sng" w="9525">
              <a:solidFill>
                <a:srgbClr val="FFFFFF"/>
              </a:solidFill>
              <a:prstDash val="solid"/>
              <a:miter lim="800000"/>
              <a:headEnd len="sm" w="sm" type="none"/>
              <a:tailEnd len="sm" w="sm" type="none"/>
            </a:ln>
          </p:spPr>
        </p:cxnSp>
      </p:grpSp>
      <p:sp>
        <p:nvSpPr>
          <p:cNvPr id="47" name="Google Shape;47;p15"/>
          <p:cNvSpPr txBox="1"/>
          <p:nvPr/>
        </p:nvSpPr>
        <p:spPr>
          <a:xfrm>
            <a:off x="1243632" y="5641118"/>
            <a:ext cx="5068569" cy="31081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chemeClr val="lt1"/>
                </a:solidFill>
                <a:latin typeface="Garamond"/>
                <a:ea typeface="Garamond"/>
                <a:cs typeface="Garamond"/>
                <a:sym typeface="Garamond"/>
              </a:rPr>
              <a:t>Sample Footer Text</a:t>
            </a:r>
            <a:endParaRPr/>
          </a:p>
        </p:txBody>
      </p:sp>
      <p:sp>
        <p:nvSpPr>
          <p:cNvPr id="48" name="Google Shape;48;p15"/>
          <p:cNvSpPr txBox="1"/>
          <p:nvPr/>
        </p:nvSpPr>
        <p:spPr>
          <a:xfrm>
            <a:off x="9443794" y="6392314"/>
            <a:ext cx="2111881" cy="2286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000">
                <a:solidFill>
                  <a:srgbClr val="FFFFFF"/>
                </a:solidFill>
                <a:latin typeface="Garamond"/>
                <a:ea typeface="Garamond"/>
                <a:cs typeface="Garamond"/>
                <a:sym typeface="Garamond"/>
              </a:rPr>
              <a:t>‹#›</a:t>
            </a:fld>
            <a:endParaRPr sz="1000">
              <a:solidFill>
                <a:srgbClr val="FFFFFF"/>
              </a:solidFill>
              <a:latin typeface="Garamond"/>
              <a:ea typeface="Garamond"/>
              <a:cs typeface="Garamond"/>
              <a:sym typeface="Garamon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9" name="Shape 49"/>
        <p:cNvGrpSpPr/>
        <p:nvPr/>
      </p:nvGrpSpPr>
      <p:grpSpPr>
        <a:xfrm>
          <a:off x="0" y="0"/>
          <a:ext cx="0" cy="0"/>
          <a:chOff x="0" y="0"/>
          <a:chExt cx="0" cy="0"/>
        </a:xfrm>
      </p:grpSpPr>
      <p:sp>
        <p:nvSpPr>
          <p:cNvPr id="50" name="Google Shape;50;p16"/>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6"/>
          <p:cNvSpPr txBox="1"/>
          <p:nvPr>
            <p:ph idx="1" type="body"/>
          </p:nvPr>
        </p:nvSpPr>
        <p:spPr>
          <a:xfrm>
            <a:off x="1066800" y="2103120"/>
            <a:ext cx="10058400" cy="384962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52" name="Google Shape;52;p16"/>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6"/>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howMasterSp="0">
  <p:cSld name="Team">
    <p:spTree>
      <p:nvGrpSpPr>
        <p:cNvPr id="55" name="Shape 55"/>
        <p:cNvGrpSpPr/>
        <p:nvPr/>
      </p:nvGrpSpPr>
      <p:grpSpPr>
        <a:xfrm>
          <a:off x="0" y="0"/>
          <a:ext cx="0" cy="0"/>
          <a:chOff x="0" y="0"/>
          <a:chExt cx="0" cy="0"/>
        </a:xfrm>
      </p:grpSpPr>
      <p:sp>
        <p:nvSpPr>
          <p:cNvPr id="56" name="Google Shape;56;p17"/>
          <p:cNvSpPr/>
          <p:nvPr/>
        </p:nvSpPr>
        <p:spPr>
          <a:xfrm>
            <a:off x="643349" y="648230"/>
            <a:ext cx="10905302" cy="1997060"/>
          </a:xfrm>
          <a:prstGeom prst="rect">
            <a:avLst/>
          </a:prstGeom>
          <a:solidFill>
            <a:srgbClr val="3F3F3F"/>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7"/>
          <p:cNvSpPr txBox="1"/>
          <p:nvPr>
            <p:ph type="title"/>
          </p:nvPr>
        </p:nvSpPr>
        <p:spPr>
          <a:xfrm>
            <a:off x="912628" y="1057275"/>
            <a:ext cx="10366743" cy="1235895"/>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4800"/>
              <a:buFont typeface="Garamond"/>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7"/>
          <p:cNvSpPr/>
          <p:nvPr/>
        </p:nvSpPr>
        <p:spPr>
          <a:xfrm>
            <a:off x="806196" y="814657"/>
            <a:ext cx="10579608" cy="1664208"/>
          </a:xfrm>
          <a:prstGeom prst="rect">
            <a:avLst/>
          </a:prstGeom>
          <a:noFill/>
          <a:ln cap="sq" cmpd="sng" w="9525">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7"/>
          <p:cNvSpPr/>
          <p:nvPr>
            <p:ph idx="2" type="pic"/>
          </p:nvPr>
        </p:nvSpPr>
        <p:spPr>
          <a:xfrm>
            <a:off x="609600" y="2884815"/>
            <a:ext cx="2279650" cy="2552700"/>
          </a:xfrm>
          <a:prstGeom prst="rect">
            <a:avLst/>
          </a:prstGeom>
          <a:noFill/>
          <a:ln>
            <a:noFill/>
          </a:ln>
        </p:spPr>
      </p:sp>
      <p:sp>
        <p:nvSpPr>
          <p:cNvPr id="60" name="Google Shape;60;p17"/>
          <p:cNvSpPr txBox="1"/>
          <p:nvPr>
            <p:ph idx="1" type="body"/>
          </p:nvPr>
        </p:nvSpPr>
        <p:spPr>
          <a:xfrm>
            <a:off x="609599" y="5635244"/>
            <a:ext cx="2279649" cy="350292"/>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900"/>
              </a:spcBef>
              <a:spcAft>
                <a:spcPts val="0"/>
              </a:spcAft>
              <a:buSzPts val="1800"/>
              <a:buNone/>
              <a:defRPr sz="1800">
                <a:solidFill>
                  <a:schemeClr val="dk1"/>
                </a:solidFill>
                <a:latin typeface="Garamond"/>
                <a:ea typeface="Garamond"/>
                <a:cs typeface="Garamond"/>
                <a:sym typeface="Garamond"/>
              </a:defRPr>
            </a:lvl1pPr>
            <a:lvl2pPr indent="-228600" lvl="1" marL="914400" algn="l">
              <a:lnSpc>
                <a:spcPct val="100000"/>
              </a:lnSpc>
              <a:spcBef>
                <a:spcPts val="500"/>
              </a:spcBef>
              <a:spcAft>
                <a:spcPts val="0"/>
              </a:spcAft>
              <a:buSzPts val="1600"/>
              <a:buNone/>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61" name="Google Shape;61;p17"/>
          <p:cNvSpPr txBox="1"/>
          <p:nvPr>
            <p:ph idx="3" type="body"/>
          </p:nvPr>
        </p:nvSpPr>
        <p:spPr>
          <a:xfrm>
            <a:off x="609599" y="5912412"/>
            <a:ext cx="2279649" cy="350292"/>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900"/>
              </a:spcBef>
              <a:spcAft>
                <a:spcPts val="0"/>
              </a:spcAft>
              <a:buSzPts val="1400"/>
              <a:buNone/>
              <a:defRPr sz="1400">
                <a:solidFill>
                  <a:schemeClr val="dk1"/>
                </a:solidFill>
                <a:latin typeface="Garamond"/>
                <a:ea typeface="Garamond"/>
                <a:cs typeface="Garamond"/>
                <a:sym typeface="Garamond"/>
              </a:defRPr>
            </a:lvl1pPr>
            <a:lvl2pPr indent="-228600" lvl="1" marL="914400" algn="l">
              <a:lnSpc>
                <a:spcPct val="100000"/>
              </a:lnSpc>
              <a:spcBef>
                <a:spcPts val="500"/>
              </a:spcBef>
              <a:spcAft>
                <a:spcPts val="0"/>
              </a:spcAft>
              <a:buSzPts val="1600"/>
              <a:buNone/>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62" name="Google Shape;62;p17"/>
          <p:cNvSpPr/>
          <p:nvPr>
            <p:ph idx="4" type="pic"/>
          </p:nvPr>
        </p:nvSpPr>
        <p:spPr>
          <a:xfrm>
            <a:off x="3496066" y="2884815"/>
            <a:ext cx="2279650" cy="2552700"/>
          </a:xfrm>
          <a:prstGeom prst="rect">
            <a:avLst/>
          </a:prstGeom>
          <a:noFill/>
          <a:ln>
            <a:noFill/>
          </a:ln>
        </p:spPr>
      </p:sp>
      <p:sp>
        <p:nvSpPr>
          <p:cNvPr id="63" name="Google Shape;63;p17"/>
          <p:cNvSpPr txBox="1"/>
          <p:nvPr>
            <p:ph idx="5" type="body"/>
          </p:nvPr>
        </p:nvSpPr>
        <p:spPr>
          <a:xfrm>
            <a:off x="3496067" y="5635244"/>
            <a:ext cx="2279649" cy="350292"/>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900"/>
              </a:spcBef>
              <a:spcAft>
                <a:spcPts val="0"/>
              </a:spcAft>
              <a:buSzPts val="1800"/>
              <a:buNone/>
              <a:defRPr sz="1800">
                <a:solidFill>
                  <a:schemeClr val="dk1"/>
                </a:solidFill>
                <a:latin typeface="Garamond"/>
                <a:ea typeface="Garamond"/>
                <a:cs typeface="Garamond"/>
                <a:sym typeface="Garamond"/>
              </a:defRPr>
            </a:lvl1pPr>
            <a:lvl2pPr indent="-228600" lvl="1" marL="914400" algn="l">
              <a:lnSpc>
                <a:spcPct val="100000"/>
              </a:lnSpc>
              <a:spcBef>
                <a:spcPts val="500"/>
              </a:spcBef>
              <a:spcAft>
                <a:spcPts val="0"/>
              </a:spcAft>
              <a:buSzPts val="1600"/>
              <a:buNone/>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64" name="Google Shape;64;p17"/>
          <p:cNvSpPr txBox="1"/>
          <p:nvPr>
            <p:ph idx="6" type="body"/>
          </p:nvPr>
        </p:nvSpPr>
        <p:spPr>
          <a:xfrm>
            <a:off x="3496067" y="5912412"/>
            <a:ext cx="2279649" cy="350292"/>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900"/>
              </a:spcBef>
              <a:spcAft>
                <a:spcPts val="0"/>
              </a:spcAft>
              <a:buSzPts val="1400"/>
              <a:buNone/>
              <a:defRPr sz="1400">
                <a:solidFill>
                  <a:schemeClr val="dk1"/>
                </a:solidFill>
                <a:latin typeface="Garamond"/>
                <a:ea typeface="Garamond"/>
                <a:cs typeface="Garamond"/>
                <a:sym typeface="Garamond"/>
              </a:defRPr>
            </a:lvl1pPr>
            <a:lvl2pPr indent="-228600" lvl="1" marL="914400" algn="l">
              <a:lnSpc>
                <a:spcPct val="100000"/>
              </a:lnSpc>
              <a:spcBef>
                <a:spcPts val="500"/>
              </a:spcBef>
              <a:spcAft>
                <a:spcPts val="0"/>
              </a:spcAft>
              <a:buSzPts val="1600"/>
              <a:buNone/>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65" name="Google Shape;65;p17"/>
          <p:cNvSpPr txBox="1"/>
          <p:nvPr>
            <p:ph idx="11" type="ftr"/>
          </p:nvPr>
        </p:nvSpPr>
        <p:spPr>
          <a:xfrm>
            <a:off x="639095" y="6296388"/>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7"/>
          <p:cNvSpPr/>
          <p:nvPr>
            <p:ph idx="7" type="pic"/>
          </p:nvPr>
        </p:nvSpPr>
        <p:spPr>
          <a:xfrm>
            <a:off x="6382532" y="2884815"/>
            <a:ext cx="2279650" cy="2552700"/>
          </a:xfrm>
          <a:prstGeom prst="rect">
            <a:avLst/>
          </a:prstGeom>
          <a:noFill/>
          <a:ln>
            <a:noFill/>
          </a:ln>
        </p:spPr>
      </p:sp>
      <p:sp>
        <p:nvSpPr>
          <p:cNvPr id="67" name="Google Shape;67;p17"/>
          <p:cNvSpPr txBox="1"/>
          <p:nvPr>
            <p:ph idx="8" type="body"/>
          </p:nvPr>
        </p:nvSpPr>
        <p:spPr>
          <a:xfrm>
            <a:off x="6382535" y="5635244"/>
            <a:ext cx="2279649" cy="350292"/>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900"/>
              </a:spcBef>
              <a:spcAft>
                <a:spcPts val="0"/>
              </a:spcAft>
              <a:buSzPts val="1800"/>
              <a:buNone/>
              <a:defRPr sz="1800">
                <a:solidFill>
                  <a:schemeClr val="dk1"/>
                </a:solidFill>
                <a:latin typeface="Garamond"/>
                <a:ea typeface="Garamond"/>
                <a:cs typeface="Garamond"/>
                <a:sym typeface="Garamond"/>
              </a:defRPr>
            </a:lvl1pPr>
            <a:lvl2pPr indent="-228600" lvl="1" marL="914400" algn="l">
              <a:lnSpc>
                <a:spcPct val="100000"/>
              </a:lnSpc>
              <a:spcBef>
                <a:spcPts val="500"/>
              </a:spcBef>
              <a:spcAft>
                <a:spcPts val="0"/>
              </a:spcAft>
              <a:buSzPts val="1600"/>
              <a:buNone/>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68" name="Google Shape;68;p17"/>
          <p:cNvSpPr txBox="1"/>
          <p:nvPr>
            <p:ph idx="9" type="body"/>
          </p:nvPr>
        </p:nvSpPr>
        <p:spPr>
          <a:xfrm>
            <a:off x="6382535" y="5912412"/>
            <a:ext cx="2279649" cy="350292"/>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900"/>
              </a:spcBef>
              <a:spcAft>
                <a:spcPts val="0"/>
              </a:spcAft>
              <a:buSzPts val="1400"/>
              <a:buNone/>
              <a:defRPr sz="1400">
                <a:solidFill>
                  <a:schemeClr val="dk1"/>
                </a:solidFill>
                <a:latin typeface="Garamond"/>
                <a:ea typeface="Garamond"/>
                <a:cs typeface="Garamond"/>
                <a:sym typeface="Garamond"/>
              </a:defRPr>
            </a:lvl1pPr>
            <a:lvl2pPr indent="-228600" lvl="1" marL="914400" algn="l">
              <a:lnSpc>
                <a:spcPct val="100000"/>
              </a:lnSpc>
              <a:spcBef>
                <a:spcPts val="500"/>
              </a:spcBef>
              <a:spcAft>
                <a:spcPts val="0"/>
              </a:spcAft>
              <a:buSzPts val="1600"/>
              <a:buNone/>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69" name="Google Shape;69;p17"/>
          <p:cNvSpPr/>
          <p:nvPr>
            <p:ph idx="13" type="pic"/>
          </p:nvPr>
        </p:nvSpPr>
        <p:spPr>
          <a:xfrm>
            <a:off x="9269001" y="2884815"/>
            <a:ext cx="2279650" cy="2552700"/>
          </a:xfrm>
          <a:prstGeom prst="rect">
            <a:avLst/>
          </a:prstGeom>
          <a:noFill/>
          <a:ln>
            <a:noFill/>
          </a:ln>
        </p:spPr>
      </p:sp>
      <p:sp>
        <p:nvSpPr>
          <p:cNvPr id="70" name="Google Shape;70;p17"/>
          <p:cNvSpPr txBox="1"/>
          <p:nvPr>
            <p:ph idx="14" type="body"/>
          </p:nvPr>
        </p:nvSpPr>
        <p:spPr>
          <a:xfrm>
            <a:off x="9269002" y="5635244"/>
            <a:ext cx="2279649" cy="350292"/>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900"/>
              </a:spcBef>
              <a:spcAft>
                <a:spcPts val="0"/>
              </a:spcAft>
              <a:buSzPts val="1800"/>
              <a:buNone/>
              <a:defRPr sz="1800">
                <a:solidFill>
                  <a:schemeClr val="dk1"/>
                </a:solidFill>
                <a:latin typeface="Garamond"/>
                <a:ea typeface="Garamond"/>
                <a:cs typeface="Garamond"/>
                <a:sym typeface="Garamond"/>
              </a:defRPr>
            </a:lvl1pPr>
            <a:lvl2pPr indent="-228600" lvl="1" marL="914400" algn="l">
              <a:lnSpc>
                <a:spcPct val="100000"/>
              </a:lnSpc>
              <a:spcBef>
                <a:spcPts val="500"/>
              </a:spcBef>
              <a:spcAft>
                <a:spcPts val="0"/>
              </a:spcAft>
              <a:buSzPts val="1600"/>
              <a:buNone/>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71" name="Google Shape;71;p17"/>
          <p:cNvSpPr txBox="1"/>
          <p:nvPr>
            <p:ph idx="15" type="body"/>
          </p:nvPr>
        </p:nvSpPr>
        <p:spPr>
          <a:xfrm>
            <a:off x="9269002" y="5912412"/>
            <a:ext cx="2279649" cy="350292"/>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900"/>
              </a:spcBef>
              <a:spcAft>
                <a:spcPts val="0"/>
              </a:spcAft>
              <a:buSzPts val="1400"/>
              <a:buNone/>
              <a:defRPr sz="1400">
                <a:solidFill>
                  <a:schemeClr val="dk1"/>
                </a:solidFill>
                <a:latin typeface="Garamond"/>
                <a:ea typeface="Garamond"/>
                <a:cs typeface="Garamond"/>
                <a:sym typeface="Garamond"/>
              </a:defRPr>
            </a:lvl1pPr>
            <a:lvl2pPr indent="-228600" lvl="1" marL="914400" algn="l">
              <a:lnSpc>
                <a:spcPct val="100000"/>
              </a:lnSpc>
              <a:spcBef>
                <a:spcPts val="500"/>
              </a:spcBef>
              <a:spcAft>
                <a:spcPts val="0"/>
              </a:spcAft>
              <a:buSzPts val="1600"/>
              <a:buNone/>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cxnSp>
        <p:nvCxnSpPr>
          <p:cNvPr id="72" name="Google Shape;72;p17"/>
          <p:cNvCxnSpPr/>
          <p:nvPr/>
        </p:nvCxnSpPr>
        <p:spPr>
          <a:xfrm>
            <a:off x="3192658" y="3310653"/>
            <a:ext cx="0" cy="1747157"/>
          </a:xfrm>
          <a:prstGeom prst="straightConnector1">
            <a:avLst/>
          </a:prstGeom>
          <a:noFill/>
          <a:ln cap="flat" cmpd="sng" w="12700">
            <a:solidFill>
              <a:srgbClr val="262626"/>
            </a:solidFill>
            <a:prstDash val="solid"/>
            <a:round/>
            <a:headEnd len="sm" w="sm" type="none"/>
            <a:tailEnd len="sm" w="sm" type="none"/>
          </a:ln>
        </p:spPr>
      </p:cxnSp>
      <p:cxnSp>
        <p:nvCxnSpPr>
          <p:cNvPr id="73" name="Google Shape;73;p17"/>
          <p:cNvCxnSpPr/>
          <p:nvPr/>
        </p:nvCxnSpPr>
        <p:spPr>
          <a:xfrm>
            <a:off x="6079124" y="3310653"/>
            <a:ext cx="0" cy="1747157"/>
          </a:xfrm>
          <a:prstGeom prst="straightConnector1">
            <a:avLst/>
          </a:prstGeom>
          <a:noFill/>
          <a:ln cap="flat" cmpd="sng" w="12700">
            <a:solidFill>
              <a:srgbClr val="262626"/>
            </a:solidFill>
            <a:prstDash val="solid"/>
            <a:round/>
            <a:headEnd len="sm" w="sm" type="none"/>
            <a:tailEnd len="sm" w="sm" type="none"/>
          </a:ln>
        </p:spPr>
      </p:cxnSp>
      <p:cxnSp>
        <p:nvCxnSpPr>
          <p:cNvPr id="74" name="Google Shape;74;p17"/>
          <p:cNvCxnSpPr/>
          <p:nvPr/>
        </p:nvCxnSpPr>
        <p:spPr>
          <a:xfrm>
            <a:off x="8965590" y="3310653"/>
            <a:ext cx="0" cy="1747157"/>
          </a:xfrm>
          <a:prstGeom prst="straightConnector1">
            <a:avLst/>
          </a:prstGeom>
          <a:noFill/>
          <a:ln cap="flat" cmpd="sng" w="12700">
            <a:solidFill>
              <a:srgbClr val="262626"/>
            </a:solidFill>
            <a:prstDash val="solid"/>
            <a:round/>
            <a:headEnd len="sm" w="sm" type="none"/>
            <a:tailEnd len="sm" w="sm" type="none"/>
          </a:ln>
        </p:spPr>
      </p:cxnSp>
      <p:sp>
        <p:nvSpPr>
          <p:cNvPr id="75" name="Google Shape;75;p17"/>
          <p:cNvSpPr txBox="1"/>
          <p:nvPr/>
        </p:nvSpPr>
        <p:spPr>
          <a:xfrm>
            <a:off x="7684497" y="6296388"/>
            <a:ext cx="2893045" cy="36576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lang="en-US" sz="1000">
                <a:solidFill>
                  <a:srgbClr val="3F3F3F"/>
                </a:solidFill>
                <a:latin typeface="Garamond"/>
                <a:ea typeface="Garamond"/>
                <a:cs typeface="Garamond"/>
                <a:sym typeface="Garamond"/>
              </a:rPr>
              <a:t>20XX</a:t>
            </a:r>
            <a:endParaRPr/>
          </a:p>
        </p:txBody>
      </p:sp>
      <p:sp>
        <p:nvSpPr>
          <p:cNvPr id="76" name="Google Shape;76;p17"/>
          <p:cNvSpPr txBox="1"/>
          <p:nvPr>
            <p:ph idx="12" type="sldNum"/>
          </p:nvPr>
        </p:nvSpPr>
        <p:spPr>
          <a:xfrm>
            <a:off x="10537721" y="6286556"/>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spTree>
      <p:nvGrpSpPr>
        <p:cNvPr id="77" name="Shape 77"/>
        <p:cNvGrpSpPr/>
        <p:nvPr/>
      </p:nvGrpSpPr>
      <p:grpSpPr>
        <a:xfrm>
          <a:off x="0" y="0"/>
          <a:ext cx="0" cy="0"/>
          <a:chOff x="0" y="0"/>
          <a:chExt cx="0" cy="0"/>
        </a:xfrm>
      </p:grpSpPr>
      <p:sp>
        <p:nvSpPr>
          <p:cNvPr id="78" name="Google Shape;78;p18"/>
          <p:cNvSpPr/>
          <p:nvPr/>
        </p:nvSpPr>
        <p:spPr>
          <a:xfrm>
            <a:off x="5695067" y="1808532"/>
            <a:ext cx="5452527" cy="3240936"/>
          </a:xfrm>
          <a:prstGeom prst="rect">
            <a:avLst/>
          </a:pr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8"/>
          <p:cNvSpPr txBox="1"/>
          <p:nvPr>
            <p:ph type="title"/>
          </p:nvPr>
        </p:nvSpPr>
        <p:spPr>
          <a:xfrm>
            <a:off x="6033793" y="2735221"/>
            <a:ext cx="4775075" cy="851219"/>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4800"/>
              <a:buFont typeface="Garamond"/>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8"/>
          <p:cNvSpPr/>
          <p:nvPr/>
        </p:nvSpPr>
        <p:spPr>
          <a:xfrm>
            <a:off x="5861010" y="1975104"/>
            <a:ext cx="5120640" cy="2907792"/>
          </a:xfrm>
          <a:prstGeom prst="rect">
            <a:avLst/>
          </a:prstGeom>
          <a:noFill/>
          <a:ln cap="sq" cmpd="sng" w="9525">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8"/>
          <p:cNvSpPr txBox="1"/>
          <p:nvPr>
            <p:ph idx="1" type="subTitle"/>
          </p:nvPr>
        </p:nvSpPr>
        <p:spPr>
          <a:xfrm>
            <a:off x="6033793" y="3995988"/>
            <a:ext cx="4775075" cy="559656"/>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900"/>
              </a:spcBef>
              <a:spcAft>
                <a:spcPts val="0"/>
              </a:spcAft>
              <a:buSzPts val="1800"/>
              <a:buNone/>
              <a:defRPr>
                <a:solidFill>
                  <a:schemeClr val="lt1"/>
                </a:solidFill>
              </a:defRPr>
            </a:lvl1pPr>
            <a:lvl2pPr lvl="1" algn="l">
              <a:lnSpc>
                <a:spcPct val="100000"/>
              </a:lnSpc>
              <a:spcBef>
                <a:spcPts val="500"/>
              </a:spcBef>
              <a:spcAft>
                <a:spcPts val="0"/>
              </a:spcAft>
              <a:buSzPts val="1800"/>
              <a:buChar char="◦"/>
              <a:defRPr/>
            </a:lvl2pPr>
            <a:lvl3pPr lvl="2" algn="l">
              <a:lnSpc>
                <a:spcPct val="100000"/>
              </a:lnSpc>
              <a:spcBef>
                <a:spcPts val="500"/>
              </a:spcBef>
              <a:spcAft>
                <a:spcPts val="0"/>
              </a:spcAft>
              <a:buSzPts val="1800"/>
              <a:buChar char="◦"/>
              <a:defRPr/>
            </a:lvl3pPr>
            <a:lvl4pPr lvl="3" algn="l">
              <a:lnSpc>
                <a:spcPct val="100000"/>
              </a:lnSpc>
              <a:spcBef>
                <a:spcPts val="500"/>
              </a:spcBef>
              <a:spcAft>
                <a:spcPts val="0"/>
              </a:spcAft>
              <a:buSzPts val="1800"/>
              <a:buChar char="◦"/>
              <a:defRPr/>
            </a:lvl4pPr>
            <a:lvl5pPr lvl="4" algn="l">
              <a:lnSpc>
                <a:spcPct val="100000"/>
              </a:lnSpc>
              <a:spcBef>
                <a:spcPts val="500"/>
              </a:spcBef>
              <a:spcAft>
                <a:spcPts val="0"/>
              </a:spcAft>
              <a:buSzPts val="1800"/>
              <a:buChar char="◦"/>
              <a:defRPr/>
            </a:lvl5pPr>
            <a:lvl6pPr lvl="5" algn="l">
              <a:lnSpc>
                <a:spcPct val="100000"/>
              </a:lnSpc>
              <a:spcBef>
                <a:spcPts val="500"/>
              </a:spcBef>
              <a:spcAft>
                <a:spcPts val="0"/>
              </a:spcAft>
              <a:buSzPts val="1800"/>
              <a:buChar char="◦"/>
              <a:defRPr/>
            </a:lvl6pPr>
            <a:lvl7pPr lvl="6" algn="l">
              <a:lnSpc>
                <a:spcPct val="100000"/>
              </a:lnSpc>
              <a:spcBef>
                <a:spcPts val="500"/>
              </a:spcBef>
              <a:spcAft>
                <a:spcPts val="0"/>
              </a:spcAft>
              <a:buSzPts val="1800"/>
              <a:buChar char="◦"/>
              <a:defRPr/>
            </a:lvl7pPr>
            <a:lvl8pPr lvl="7" algn="l">
              <a:lnSpc>
                <a:spcPct val="100000"/>
              </a:lnSpc>
              <a:spcBef>
                <a:spcPts val="500"/>
              </a:spcBef>
              <a:spcAft>
                <a:spcPts val="0"/>
              </a:spcAft>
              <a:buSzPts val="1800"/>
              <a:buChar char="◦"/>
              <a:defRPr/>
            </a:lvl8pPr>
            <a:lvl9pPr lvl="8" algn="l">
              <a:lnSpc>
                <a:spcPct val="100000"/>
              </a:lnSpc>
              <a:spcBef>
                <a:spcPts val="500"/>
              </a:spcBef>
              <a:spcAft>
                <a:spcPts val="0"/>
              </a:spcAft>
              <a:buSzPts val="1800"/>
              <a:buChar char="◦"/>
              <a:defRPr/>
            </a:lvl9pPr>
          </a:lstStyle>
          <a:p/>
        </p:txBody>
      </p:sp>
      <p:sp>
        <p:nvSpPr>
          <p:cNvPr id="82" name="Google Shape;82;p18"/>
          <p:cNvSpPr txBox="1"/>
          <p:nvPr/>
        </p:nvSpPr>
        <p:spPr>
          <a:xfrm>
            <a:off x="7369770" y="2040249"/>
            <a:ext cx="2103120" cy="315209"/>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300">
                <a:solidFill>
                  <a:schemeClr val="lt1"/>
                </a:solidFill>
                <a:latin typeface="Garamond"/>
                <a:ea typeface="Garamond"/>
                <a:cs typeface="Garamond"/>
                <a:sym typeface="Garamond"/>
              </a:rPr>
              <a:t>20XX</a:t>
            </a:r>
            <a:endParaRPr/>
          </a:p>
        </p:txBody>
      </p:sp>
      <p:sp>
        <p:nvSpPr>
          <p:cNvPr id="83" name="Google Shape;83;p18"/>
          <p:cNvSpPr/>
          <p:nvPr>
            <p:ph idx="2" type="pic"/>
          </p:nvPr>
        </p:nvSpPr>
        <p:spPr>
          <a:xfrm>
            <a:off x="0" y="0"/>
            <a:ext cx="12192000" cy="68580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showMasterSp="0">
  <p:cSld name="Summary">
    <p:bg>
      <p:bgPr>
        <a:solidFill>
          <a:srgbClr val="3F3F3F"/>
        </a:solidFill>
      </p:bgPr>
    </p:bg>
    <p:spTree>
      <p:nvGrpSpPr>
        <p:cNvPr id="84" name="Shape 84"/>
        <p:cNvGrpSpPr/>
        <p:nvPr/>
      </p:nvGrpSpPr>
      <p:grpSpPr>
        <a:xfrm>
          <a:off x="0" y="0"/>
          <a:ext cx="0" cy="0"/>
          <a:chOff x="0" y="0"/>
          <a:chExt cx="0" cy="0"/>
        </a:xfrm>
      </p:grpSpPr>
      <p:sp>
        <p:nvSpPr>
          <p:cNvPr id="85" name="Google Shape;85;p19"/>
          <p:cNvSpPr/>
          <p:nvPr/>
        </p:nvSpPr>
        <p:spPr>
          <a:xfrm>
            <a:off x="0" y="0"/>
            <a:ext cx="12192000" cy="68580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86" name="Google Shape;86;p19"/>
          <p:cNvSpPr/>
          <p:nvPr/>
        </p:nvSpPr>
        <p:spPr>
          <a:xfrm>
            <a:off x="4448" y="0"/>
            <a:ext cx="465112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87" name="Google Shape;87;p19"/>
          <p:cNvSpPr/>
          <p:nvPr/>
        </p:nvSpPr>
        <p:spPr>
          <a:xfrm>
            <a:off x="1272" y="4123592"/>
            <a:ext cx="4654296" cy="9144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88" name="Google Shape;88;p19"/>
          <p:cNvSpPr/>
          <p:nvPr/>
        </p:nvSpPr>
        <p:spPr>
          <a:xfrm>
            <a:off x="2284289" y="0"/>
            <a:ext cx="91440" cy="420624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89" name="Google Shape;89;p19"/>
          <p:cNvSpPr/>
          <p:nvPr/>
        </p:nvSpPr>
        <p:spPr>
          <a:xfrm>
            <a:off x="2284289" y="2057400"/>
            <a:ext cx="2377440" cy="9144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90" name="Google Shape;90;p19"/>
          <p:cNvSpPr/>
          <p:nvPr/>
        </p:nvSpPr>
        <p:spPr>
          <a:xfrm>
            <a:off x="5614028" y="971453"/>
            <a:ext cx="5623560" cy="4910328"/>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9"/>
          <p:cNvSpPr/>
          <p:nvPr/>
        </p:nvSpPr>
        <p:spPr>
          <a:xfrm>
            <a:off x="5448300" y="806861"/>
            <a:ext cx="5955017" cy="5239512"/>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9"/>
          <p:cNvSpPr txBox="1"/>
          <p:nvPr>
            <p:ph type="title"/>
          </p:nvPr>
        </p:nvSpPr>
        <p:spPr>
          <a:xfrm>
            <a:off x="5867401" y="1290294"/>
            <a:ext cx="5116286" cy="13716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800"/>
              <a:buFont typeface="Garamond"/>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9"/>
          <p:cNvSpPr txBox="1"/>
          <p:nvPr>
            <p:ph idx="1" type="subTitle"/>
          </p:nvPr>
        </p:nvSpPr>
        <p:spPr>
          <a:xfrm>
            <a:off x="5867401" y="2980736"/>
            <a:ext cx="5116286" cy="2712494"/>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900"/>
              </a:spcBef>
              <a:spcAft>
                <a:spcPts val="0"/>
              </a:spcAft>
              <a:buSzPts val="1800"/>
              <a:buNone/>
              <a:defRPr>
                <a:solidFill>
                  <a:srgbClr val="262626"/>
                </a:solidFill>
              </a:defRPr>
            </a:lvl1pPr>
            <a:lvl2pPr lvl="1" algn="l">
              <a:lnSpc>
                <a:spcPct val="100000"/>
              </a:lnSpc>
              <a:spcBef>
                <a:spcPts val="500"/>
              </a:spcBef>
              <a:spcAft>
                <a:spcPts val="0"/>
              </a:spcAft>
              <a:buSzPts val="1800"/>
              <a:buChar char="◦"/>
              <a:defRPr/>
            </a:lvl2pPr>
            <a:lvl3pPr lvl="2" algn="l">
              <a:lnSpc>
                <a:spcPct val="100000"/>
              </a:lnSpc>
              <a:spcBef>
                <a:spcPts val="500"/>
              </a:spcBef>
              <a:spcAft>
                <a:spcPts val="0"/>
              </a:spcAft>
              <a:buSzPts val="1800"/>
              <a:buChar char="◦"/>
              <a:defRPr/>
            </a:lvl3pPr>
            <a:lvl4pPr lvl="3" algn="l">
              <a:lnSpc>
                <a:spcPct val="100000"/>
              </a:lnSpc>
              <a:spcBef>
                <a:spcPts val="500"/>
              </a:spcBef>
              <a:spcAft>
                <a:spcPts val="0"/>
              </a:spcAft>
              <a:buSzPts val="1800"/>
              <a:buChar char="◦"/>
              <a:defRPr/>
            </a:lvl4pPr>
            <a:lvl5pPr lvl="4" algn="l">
              <a:lnSpc>
                <a:spcPct val="100000"/>
              </a:lnSpc>
              <a:spcBef>
                <a:spcPts val="500"/>
              </a:spcBef>
              <a:spcAft>
                <a:spcPts val="0"/>
              </a:spcAft>
              <a:buSzPts val="1800"/>
              <a:buChar char="◦"/>
              <a:defRPr/>
            </a:lvl5pPr>
            <a:lvl6pPr lvl="5" algn="l">
              <a:lnSpc>
                <a:spcPct val="100000"/>
              </a:lnSpc>
              <a:spcBef>
                <a:spcPts val="500"/>
              </a:spcBef>
              <a:spcAft>
                <a:spcPts val="0"/>
              </a:spcAft>
              <a:buSzPts val="1800"/>
              <a:buChar char="◦"/>
              <a:defRPr/>
            </a:lvl6pPr>
            <a:lvl7pPr lvl="6" algn="l">
              <a:lnSpc>
                <a:spcPct val="100000"/>
              </a:lnSpc>
              <a:spcBef>
                <a:spcPts val="500"/>
              </a:spcBef>
              <a:spcAft>
                <a:spcPts val="0"/>
              </a:spcAft>
              <a:buSzPts val="1800"/>
              <a:buChar char="◦"/>
              <a:defRPr/>
            </a:lvl7pPr>
            <a:lvl8pPr lvl="7" algn="l">
              <a:lnSpc>
                <a:spcPct val="100000"/>
              </a:lnSpc>
              <a:spcBef>
                <a:spcPts val="500"/>
              </a:spcBef>
              <a:spcAft>
                <a:spcPts val="0"/>
              </a:spcAft>
              <a:buSzPts val="1800"/>
              <a:buChar char="◦"/>
              <a:defRPr/>
            </a:lvl8pPr>
            <a:lvl9pPr lvl="8" algn="l">
              <a:lnSpc>
                <a:spcPct val="100000"/>
              </a:lnSpc>
              <a:spcBef>
                <a:spcPts val="500"/>
              </a:spcBef>
              <a:spcAft>
                <a:spcPts val="0"/>
              </a:spcAft>
              <a:buSzPts val="1800"/>
              <a:buChar char="◦"/>
              <a:defRPr/>
            </a:lvl9pPr>
          </a:lstStyle>
          <a:p/>
        </p:txBody>
      </p:sp>
      <p:sp>
        <p:nvSpPr>
          <p:cNvPr id="94" name="Google Shape;94;p19"/>
          <p:cNvSpPr txBox="1"/>
          <p:nvPr/>
        </p:nvSpPr>
        <p:spPr>
          <a:xfrm>
            <a:off x="7048099" y="302355"/>
            <a:ext cx="2743200" cy="350785"/>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000">
                <a:solidFill>
                  <a:srgbClr val="FEFEFE"/>
                </a:solidFill>
                <a:latin typeface="Garamond"/>
                <a:ea typeface="Garamond"/>
                <a:cs typeface="Garamond"/>
                <a:sym typeface="Garamond"/>
              </a:rPr>
              <a:t>20XX</a:t>
            </a:r>
            <a:endParaRPr/>
          </a:p>
        </p:txBody>
      </p:sp>
      <p:sp>
        <p:nvSpPr>
          <p:cNvPr id="95" name="Google Shape;95;p19"/>
          <p:cNvSpPr/>
          <p:nvPr>
            <p:ph idx="2" type="pic"/>
          </p:nvPr>
        </p:nvSpPr>
        <p:spPr>
          <a:xfrm>
            <a:off x="325438" y="326697"/>
            <a:ext cx="1636712" cy="3475163"/>
          </a:xfrm>
          <a:prstGeom prst="rect">
            <a:avLst/>
          </a:prstGeom>
          <a:noFill/>
          <a:ln>
            <a:noFill/>
          </a:ln>
        </p:spPr>
      </p:sp>
      <p:sp>
        <p:nvSpPr>
          <p:cNvPr id="96" name="Google Shape;96;p19"/>
          <p:cNvSpPr/>
          <p:nvPr>
            <p:ph idx="3" type="pic"/>
          </p:nvPr>
        </p:nvSpPr>
        <p:spPr>
          <a:xfrm>
            <a:off x="2709863" y="329773"/>
            <a:ext cx="1614487" cy="1394251"/>
          </a:xfrm>
          <a:prstGeom prst="rect">
            <a:avLst/>
          </a:prstGeom>
          <a:noFill/>
          <a:ln>
            <a:noFill/>
          </a:ln>
        </p:spPr>
      </p:sp>
      <p:sp>
        <p:nvSpPr>
          <p:cNvPr id="97" name="Google Shape;97;p19"/>
          <p:cNvSpPr/>
          <p:nvPr>
            <p:ph idx="4" type="pic"/>
          </p:nvPr>
        </p:nvSpPr>
        <p:spPr>
          <a:xfrm>
            <a:off x="2697163" y="2384425"/>
            <a:ext cx="1628775" cy="1423988"/>
          </a:xfrm>
          <a:prstGeom prst="rect">
            <a:avLst/>
          </a:prstGeom>
          <a:noFill/>
          <a:ln>
            <a:noFill/>
          </a:ln>
        </p:spPr>
      </p:sp>
      <p:sp>
        <p:nvSpPr>
          <p:cNvPr id="98" name="Google Shape;98;p19"/>
          <p:cNvSpPr/>
          <p:nvPr>
            <p:ph idx="5" type="pic"/>
          </p:nvPr>
        </p:nvSpPr>
        <p:spPr>
          <a:xfrm>
            <a:off x="325438" y="4527550"/>
            <a:ext cx="3998912" cy="2000250"/>
          </a:xfrm>
          <a:prstGeom prst="rect">
            <a:avLst/>
          </a:prstGeom>
          <a:noFill/>
          <a:ln>
            <a:noFill/>
          </a:ln>
        </p:spPr>
      </p:sp>
      <p:sp>
        <p:nvSpPr>
          <p:cNvPr id="99" name="Google Shape;99;p19"/>
          <p:cNvSpPr txBox="1"/>
          <p:nvPr/>
        </p:nvSpPr>
        <p:spPr>
          <a:xfrm>
            <a:off x="5077003" y="6367925"/>
            <a:ext cx="448056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00">
                <a:solidFill>
                  <a:srgbClr val="FFFFFF"/>
                </a:solidFill>
                <a:latin typeface="Garamond"/>
                <a:ea typeface="Garamond"/>
                <a:cs typeface="Garamond"/>
                <a:sym typeface="Garamond"/>
              </a:rPr>
              <a:t>Sample Footer Text</a:t>
            </a:r>
            <a:endParaRPr/>
          </a:p>
        </p:txBody>
      </p:sp>
      <p:sp>
        <p:nvSpPr>
          <p:cNvPr id="100" name="Google Shape;100;p19"/>
          <p:cNvSpPr txBox="1"/>
          <p:nvPr/>
        </p:nvSpPr>
        <p:spPr>
          <a:xfrm>
            <a:off x="9793460" y="6367925"/>
            <a:ext cx="2111881" cy="2286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000">
                <a:solidFill>
                  <a:srgbClr val="FEFEFE"/>
                </a:solidFill>
                <a:latin typeface="Garamond"/>
                <a:ea typeface="Garamond"/>
                <a:cs typeface="Garamond"/>
                <a:sym typeface="Garamond"/>
              </a:rPr>
              <a:t>‹#›</a:t>
            </a:fld>
            <a:endParaRPr sz="1000">
              <a:solidFill>
                <a:srgbClr val="FEFEFE"/>
              </a:solidFill>
              <a:latin typeface="Garamond"/>
              <a:ea typeface="Garamond"/>
              <a:cs typeface="Garamond"/>
              <a:sym typeface="Garamon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showMasterSp="0">
  <p:cSld name="Introduction">
    <p:spTree>
      <p:nvGrpSpPr>
        <p:cNvPr id="101" name="Shape 101"/>
        <p:cNvGrpSpPr/>
        <p:nvPr/>
      </p:nvGrpSpPr>
      <p:grpSpPr>
        <a:xfrm>
          <a:off x="0" y="0"/>
          <a:ext cx="0" cy="0"/>
          <a:chOff x="0" y="0"/>
          <a:chExt cx="0" cy="0"/>
        </a:xfrm>
      </p:grpSpPr>
      <p:sp>
        <p:nvSpPr>
          <p:cNvPr id="102" name="Google Shape;102;p20"/>
          <p:cNvSpPr/>
          <p:nvPr/>
        </p:nvSpPr>
        <p:spPr>
          <a:xfrm>
            <a:off x="5660112" y="0"/>
            <a:ext cx="6528839" cy="68580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03" name="Google Shape;103;p20"/>
          <p:cNvSpPr txBox="1"/>
          <p:nvPr>
            <p:ph type="title"/>
          </p:nvPr>
        </p:nvSpPr>
        <p:spPr>
          <a:xfrm>
            <a:off x="6374166" y="610485"/>
            <a:ext cx="5103661"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800"/>
              <a:buFont typeface="Garamond"/>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20"/>
          <p:cNvSpPr/>
          <p:nvPr/>
        </p:nvSpPr>
        <p:spPr>
          <a:xfrm>
            <a:off x="5981848" y="320040"/>
            <a:ext cx="5888736" cy="6217920"/>
          </a:xfrm>
          <a:prstGeom prst="rect">
            <a:avLst/>
          </a:prstGeom>
          <a:noFill/>
          <a:ln cap="sq" cmpd="sng" w="9525">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0"/>
          <p:cNvSpPr txBox="1"/>
          <p:nvPr/>
        </p:nvSpPr>
        <p:spPr>
          <a:xfrm>
            <a:off x="7554616" y="383781"/>
            <a:ext cx="2743200" cy="256032"/>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000">
                <a:solidFill>
                  <a:schemeClr val="lt1"/>
                </a:solidFill>
                <a:latin typeface="Garamond"/>
                <a:ea typeface="Garamond"/>
                <a:cs typeface="Garamond"/>
                <a:sym typeface="Garamond"/>
              </a:rPr>
              <a:t>20XX</a:t>
            </a:r>
            <a:endParaRPr/>
          </a:p>
        </p:txBody>
      </p:sp>
      <p:sp>
        <p:nvSpPr>
          <p:cNvPr id="106" name="Google Shape;106;p20"/>
          <p:cNvSpPr txBox="1"/>
          <p:nvPr/>
        </p:nvSpPr>
        <p:spPr>
          <a:xfrm>
            <a:off x="6303580" y="6214535"/>
            <a:ext cx="4696948" cy="256032"/>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rPr lang="en-US" sz="1000">
                <a:solidFill>
                  <a:schemeClr val="lt1"/>
                </a:solidFill>
                <a:latin typeface="Garamond"/>
                <a:ea typeface="Garamond"/>
                <a:cs typeface="Garamond"/>
                <a:sym typeface="Garamond"/>
              </a:rPr>
              <a:t>Sample Footer Text</a:t>
            </a:r>
            <a:endParaRPr/>
          </a:p>
        </p:txBody>
      </p:sp>
      <p:sp>
        <p:nvSpPr>
          <p:cNvPr id="107" name="Google Shape;107;p20"/>
          <p:cNvSpPr txBox="1"/>
          <p:nvPr/>
        </p:nvSpPr>
        <p:spPr>
          <a:xfrm>
            <a:off x="11104451" y="6214535"/>
            <a:ext cx="605266" cy="256032"/>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000">
                <a:solidFill>
                  <a:schemeClr val="lt1"/>
                </a:solidFill>
                <a:latin typeface="Garamond"/>
                <a:ea typeface="Garamond"/>
                <a:cs typeface="Garamond"/>
                <a:sym typeface="Garamond"/>
              </a:rPr>
              <a:t>‹#›</a:t>
            </a:fld>
            <a:endParaRPr sz="1000">
              <a:solidFill>
                <a:schemeClr val="lt1"/>
              </a:solidFill>
              <a:latin typeface="Garamond"/>
              <a:ea typeface="Garamond"/>
              <a:cs typeface="Garamond"/>
              <a:sym typeface="Garamond"/>
            </a:endParaRPr>
          </a:p>
        </p:txBody>
      </p:sp>
      <p:sp>
        <p:nvSpPr>
          <p:cNvPr id="108" name="Google Shape;108;p20"/>
          <p:cNvSpPr/>
          <p:nvPr>
            <p:ph idx="2" type="pic"/>
          </p:nvPr>
        </p:nvSpPr>
        <p:spPr>
          <a:xfrm>
            <a:off x="0" y="0"/>
            <a:ext cx="5659438" cy="6858000"/>
          </a:xfrm>
          <a:prstGeom prst="rect">
            <a:avLst/>
          </a:prstGeom>
          <a:noFill/>
          <a:ln>
            <a:noFill/>
          </a:ln>
        </p:spPr>
      </p:sp>
      <p:sp>
        <p:nvSpPr>
          <p:cNvPr id="109" name="Google Shape;109;p20"/>
          <p:cNvSpPr txBox="1"/>
          <p:nvPr>
            <p:ph idx="1" type="body"/>
          </p:nvPr>
        </p:nvSpPr>
        <p:spPr>
          <a:xfrm>
            <a:off x="6372625" y="2108844"/>
            <a:ext cx="5103812" cy="3790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900"/>
              </a:spcBef>
              <a:spcAft>
                <a:spcPts val="0"/>
              </a:spcAft>
              <a:buSzPts val="1800"/>
              <a:buNone/>
              <a:defRPr>
                <a:solidFill>
                  <a:schemeClr val="lt1"/>
                </a:solidFill>
              </a:defRPr>
            </a:lvl1pPr>
            <a:lvl2pPr indent="-330200" lvl="1" marL="914400" algn="l">
              <a:lnSpc>
                <a:spcPct val="100000"/>
              </a:lnSpc>
              <a:spcBef>
                <a:spcPts val="500"/>
              </a:spcBef>
              <a:spcAft>
                <a:spcPts val="0"/>
              </a:spcAft>
              <a:buSzPts val="1600"/>
              <a:buChar char="◦"/>
              <a:defRPr>
                <a:solidFill>
                  <a:schemeClr val="lt1"/>
                </a:solidFill>
              </a:defRPr>
            </a:lvl2pPr>
            <a:lvl3pPr indent="-317500" lvl="2" marL="1371600" algn="l">
              <a:lnSpc>
                <a:spcPct val="100000"/>
              </a:lnSpc>
              <a:spcBef>
                <a:spcPts val="500"/>
              </a:spcBef>
              <a:spcAft>
                <a:spcPts val="0"/>
              </a:spcAft>
              <a:buSzPts val="1400"/>
              <a:buChar char="◦"/>
              <a:defRPr>
                <a:solidFill>
                  <a:schemeClr val="lt1"/>
                </a:solidFill>
              </a:defRPr>
            </a:lvl3pPr>
            <a:lvl4pPr indent="-317500" lvl="3" marL="1828800" algn="l">
              <a:lnSpc>
                <a:spcPct val="100000"/>
              </a:lnSpc>
              <a:spcBef>
                <a:spcPts val="500"/>
              </a:spcBef>
              <a:spcAft>
                <a:spcPts val="0"/>
              </a:spcAft>
              <a:buSzPts val="1400"/>
              <a:buChar char="◦"/>
              <a:defRPr>
                <a:solidFill>
                  <a:schemeClr val="lt1"/>
                </a:solidFill>
              </a:defRPr>
            </a:lvl4pPr>
            <a:lvl5pPr indent="-317500" lvl="4" marL="2286000" algn="l">
              <a:lnSpc>
                <a:spcPct val="100000"/>
              </a:lnSpc>
              <a:spcBef>
                <a:spcPts val="500"/>
              </a:spcBef>
              <a:spcAft>
                <a:spcPts val="0"/>
              </a:spcAft>
              <a:buSzPts val="1400"/>
              <a:buChar char="◦"/>
              <a:defRPr>
                <a:solidFill>
                  <a:schemeClr val="lt1"/>
                </a:solidFill>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spTree>
      <p:nvGrpSpPr>
        <p:cNvPr id="110" name="Shape 110"/>
        <p:cNvGrpSpPr/>
        <p:nvPr/>
      </p:nvGrpSpPr>
      <p:grpSpPr>
        <a:xfrm>
          <a:off x="0" y="0"/>
          <a:ext cx="0" cy="0"/>
          <a:chOff x="0" y="0"/>
          <a:chExt cx="0" cy="0"/>
        </a:xfrm>
      </p:grpSpPr>
      <p:sp>
        <p:nvSpPr>
          <p:cNvPr id="111" name="Google Shape;111;p21"/>
          <p:cNvSpPr/>
          <p:nvPr/>
        </p:nvSpPr>
        <p:spPr>
          <a:xfrm>
            <a:off x="453190" y="457200"/>
            <a:ext cx="11281609" cy="5943603"/>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1"/>
          <p:cNvSpPr/>
          <p:nvPr/>
        </p:nvSpPr>
        <p:spPr>
          <a:xfrm>
            <a:off x="616737" y="621793"/>
            <a:ext cx="6651809" cy="5614416"/>
          </a:xfrm>
          <a:prstGeom prst="rect">
            <a:avLst/>
          </a:pr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1"/>
          <p:cNvSpPr txBox="1"/>
          <p:nvPr>
            <p:ph type="title"/>
          </p:nvPr>
        </p:nvSpPr>
        <p:spPr>
          <a:xfrm>
            <a:off x="1078158" y="2100942"/>
            <a:ext cx="5716339" cy="2290607"/>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800"/>
              <a:buFont typeface="Garamond"/>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21"/>
          <p:cNvSpPr/>
          <p:nvPr/>
        </p:nvSpPr>
        <p:spPr>
          <a:xfrm>
            <a:off x="3023061" y="446824"/>
            <a:ext cx="1920240" cy="7315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1"/>
          <p:cNvSpPr txBox="1"/>
          <p:nvPr>
            <p:ph idx="10" type="dt"/>
          </p:nvPr>
        </p:nvSpPr>
        <p:spPr>
          <a:xfrm>
            <a:off x="3205941" y="493108"/>
            <a:ext cx="1554480" cy="527213"/>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21"/>
          <p:cNvSpPr txBox="1"/>
          <p:nvPr>
            <p:ph idx="1" type="body"/>
          </p:nvPr>
        </p:nvSpPr>
        <p:spPr>
          <a:xfrm>
            <a:off x="1078157" y="4698173"/>
            <a:ext cx="5716339" cy="658674"/>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900"/>
              </a:spcBef>
              <a:spcAft>
                <a:spcPts val="0"/>
              </a:spcAft>
              <a:buSzPts val="2000"/>
              <a:buNone/>
              <a:defRPr sz="2000">
                <a:solidFill>
                  <a:schemeClr val="lt1"/>
                </a:solidFill>
                <a:latin typeface="Garamond"/>
                <a:ea typeface="Garamond"/>
                <a:cs typeface="Garamond"/>
                <a:sym typeface="Garamond"/>
              </a:defRPr>
            </a:lvl1pPr>
            <a:lvl2pPr indent="-228600" lvl="1" marL="914400" algn="l">
              <a:lnSpc>
                <a:spcPct val="100000"/>
              </a:lnSpc>
              <a:spcBef>
                <a:spcPts val="500"/>
              </a:spcBef>
              <a:spcAft>
                <a:spcPts val="0"/>
              </a:spcAft>
              <a:buSzPts val="1600"/>
              <a:buNone/>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117" name="Google Shape;117;p21"/>
          <p:cNvSpPr txBox="1"/>
          <p:nvPr/>
        </p:nvSpPr>
        <p:spPr>
          <a:xfrm>
            <a:off x="1243632" y="5641118"/>
            <a:ext cx="5068569" cy="310819"/>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00">
                <a:solidFill>
                  <a:schemeClr val="lt1"/>
                </a:solidFill>
                <a:latin typeface="Garamond"/>
                <a:ea typeface="Garamond"/>
                <a:cs typeface="Garamond"/>
                <a:sym typeface="Garamond"/>
              </a:rPr>
              <a:t>Sample Footer Text</a:t>
            </a:r>
            <a:endParaRPr/>
          </a:p>
        </p:txBody>
      </p:sp>
      <p:sp>
        <p:nvSpPr>
          <p:cNvPr id="118" name="Google Shape;118;p21"/>
          <p:cNvSpPr/>
          <p:nvPr>
            <p:ph idx="2" type="pic"/>
          </p:nvPr>
        </p:nvSpPr>
        <p:spPr>
          <a:xfrm>
            <a:off x="7419974" y="621784"/>
            <a:ext cx="1989495" cy="2843222"/>
          </a:xfrm>
          <a:prstGeom prst="rect">
            <a:avLst/>
          </a:prstGeom>
          <a:noFill/>
          <a:ln>
            <a:noFill/>
          </a:ln>
        </p:spPr>
      </p:sp>
      <p:sp>
        <p:nvSpPr>
          <p:cNvPr id="119" name="Google Shape;119;p21"/>
          <p:cNvSpPr/>
          <p:nvPr>
            <p:ph idx="3" type="pic"/>
          </p:nvPr>
        </p:nvSpPr>
        <p:spPr>
          <a:xfrm>
            <a:off x="9570334" y="627380"/>
            <a:ext cx="1980056" cy="2837626"/>
          </a:xfrm>
          <a:prstGeom prst="rect">
            <a:avLst/>
          </a:prstGeom>
          <a:noFill/>
          <a:ln>
            <a:noFill/>
          </a:ln>
        </p:spPr>
      </p:sp>
      <p:sp>
        <p:nvSpPr>
          <p:cNvPr id="120" name="Google Shape;120;p21"/>
          <p:cNvSpPr/>
          <p:nvPr>
            <p:ph idx="4" type="pic"/>
          </p:nvPr>
        </p:nvSpPr>
        <p:spPr>
          <a:xfrm>
            <a:off x="7432093" y="3636193"/>
            <a:ext cx="4123320" cy="2594427"/>
          </a:xfrm>
          <a:prstGeom prst="rect">
            <a:avLst/>
          </a:prstGeom>
          <a:noFill/>
          <a:ln>
            <a:noFill/>
          </a:ln>
        </p:spPr>
      </p:sp>
      <p:grpSp>
        <p:nvGrpSpPr>
          <p:cNvPr id="121" name="Google Shape;121;p21"/>
          <p:cNvGrpSpPr/>
          <p:nvPr/>
        </p:nvGrpSpPr>
        <p:grpSpPr>
          <a:xfrm>
            <a:off x="3137361" y="446823"/>
            <a:ext cx="1691640" cy="645295"/>
            <a:chOff x="3137361" y="446823"/>
            <a:chExt cx="1691640" cy="645295"/>
          </a:xfrm>
        </p:grpSpPr>
        <p:cxnSp>
          <p:nvCxnSpPr>
            <p:cNvPr id="122" name="Google Shape;122;p21"/>
            <p:cNvCxnSpPr/>
            <p:nvPr/>
          </p:nvCxnSpPr>
          <p:spPr>
            <a:xfrm>
              <a:off x="3137361" y="446823"/>
              <a:ext cx="0" cy="640080"/>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123" name="Google Shape;123;p21"/>
            <p:cNvCxnSpPr/>
            <p:nvPr/>
          </p:nvCxnSpPr>
          <p:spPr>
            <a:xfrm>
              <a:off x="4829001" y="446823"/>
              <a:ext cx="0" cy="640080"/>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124" name="Google Shape;124;p21"/>
            <p:cNvCxnSpPr/>
            <p:nvPr/>
          </p:nvCxnSpPr>
          <p:spPr>
            <a:xfrm>
              <a:off x="3137361" y="1092118"/>
              <a:ext cx="1691640" cy="0"/>
            </a:xfrm>
            <a:prstGeom prst="straightConnector1">
              <a:avLst/>
            </a:prstGeom>
            <a:solidFill>
              <a:srgbClr val="262626"/>
            </a:solidFill>
            <a:ln cap="flat" cmpd="sng" w="9525">
              <a:solidFill>
                <a:srgbClr val="FFFFFF"/>
              </a:solidFill>
              <a:prstDash val="solid"/>
              <a:miter lim="800000"/>
              <a:headEnd len="sm" w="sm" type="none"/>
              <a:tailEnd len="sm" w="sm" type="none"/>
            </a:ln>
          </p:spPr>
        </p:cxnSp>
      </p:grpSp>
      <p:sp>
        <p:nvSpPr>
          <p:cNvPr id="125" name="Google Shape;125;p21"/>
          <p:cNvSpPr txBox="1"/>
          <p:nvPr/>
        </p:nvSpPr>
        <p:spPr>
          <a:xfrm>
            <a:off x="9443794" y="6392314"/>
            <a:ext cx="2111881" cy="2286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000">
                <a:solidFill>
                  <a:srgbClr val="FFFFFF"/>
                </a:solidFill>
                <a:latin typeface="Garamond"/>
                <a:ea typeface="Garamond"/>
                <a:cs typeface="Garamond"/>
                <a:sym typeface="Garamond"/>
              </a:rPr>
              <a:t>‹#›</a:t>
            </a:fld>
            <a:endParaRPr sz="1000">
              <a:solidFill>
                <a:srgbClr val="FFFFFF"/>
              </a:solidFill>
              <a:latin typeface="Garamond"/>
              <a:ea typeface="Garamond"/>
              <a:cs typeface="Garamond"/>
              <a:sym typeface="Garamon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howMasterSp="0">
  <p:cSld name="Closing">
    <p:spTree>
      <p:nvGrpSpPr>
        <p:cNvPr id="126" name="Shape 126"/>
        <p:cNvGrpSpPr/>
        <p:nvPr/>
      </p:nvGrpSpPr>
      <p:grpSpPr>
        <a:xfrm>
          <a:off x="0" y="0"/>
          <a:ext cx="0" cy="0"/>
          <a:chOff x="0" y="0"/>
          <a:chExt cx="0" cy="0"/>
        </a:xfrm>
      </p:grpSpPr>
      <p:sp>
        <p:nvSpPr>
          <p:cNvPr id="127" name="Google Shape;127;p22"/>
          <p:cNvSpPr/>
          <p:nvPr>
            <p:ph idx="2" type="pic"/>
          </p:nvPr>
        </p:nvSpPr>
        <p:spPr>
          <a:xfrm>
            <a:off x="0" y="0"/>
            <a:ext cx="12192000" cy="6858000"/>
          </a:xfrm>
          <a:prstGeom prst="rect">
            <a:avLst/>
          </a:prstGeom>
          <a:noFill/>
          <a:ln>
            <a:noFill/>
          </a:ln>
        </p:spPr>
      </p:sp>
      <p:sp>
        <p:nvSpPr>
          <p:cNvPr id="128" name="Google Shape;128;p22"/>
          <p:cNvSpPr/>
          <p:nvPr/>
        </p:nvSpPr>
        <p:spPr>
          <a:xfrm>
            <a:off x="937329" y="941695"/>
            <a:ext cx="5452527" cy="4974610"/>
          </a:xfrm>
          <a:prstGeom prst="rect">
            <a:avLst/>
          </a:pr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2"/>
          <p:cNvSpPr/>
          <p:nvPr/>
        </p:nvSpPr>
        <p:spPr>
          <a:xfrm>
            <a:off x="1103272" y="1106424"/>
            <a:ext cx="5120640" cy="4645152"/>
          </a:xfrm>
          <a:prstGeom prst="rect">
            <a:avLst/>
          </a:prstGeom>
          <a:noFill/>
          <a:ln cap="sq" cmpd="sng" w="9525">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2"/>
          <p:cNvSpPr txBox="1"/>
          <p:nvPr>
            <p:ph type="title"/>
          </p:nvPr>
        </p:nvSpPr>
        <p:spPr>
          <a:xfrm>
            <a:off x="1357950" y="2197853"/>
            <a:ext cx="4633415" cy="851219"/>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4800"/>
              <a:buFont typeface="Garamond"/>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22"/>
          <p:cNvSpPr txBox="1"/>
          <p:nvPr>
            <p:ph idx="10" type="dt"/>
          </p:nvPr>
        </p:nvSpPr>
        <p:spPr>
          <a:xfrm>
            <a:off x="2291992" y="1162386"/>
            <a:ext cx="2743200" cy="25603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22"/>
          <p:cNvSpPr txBox="1"/>
          <p:nvPr>
            <p:ph idx="1" type="body"/>
          </p:nvPr>
        </p:nvSpPr>
        <p:spPr>
          <a:xfrm>
            <a:off x="1357313" y="3308350"/>
            <a:ext cx="4633912" cy="2141632"/>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900"/>
              </a:spcBef>
              <a:spcAft>
                <a:spcPts val="0"/>
              </a:spcAft>
              <a:buSzPts val="1800"/>
              <a:buNone/>
              <a:defRPr>
                <a:solidFill>
                  <a:schemeClr val="lt1"/>
                </a:solidFill>
              </a:defRPr>
            </a:lvl1pPr>
            <a:lvl2pPr indent="-228600" lvl="1" marL="914400" algn="ctr">
              <a:lnSpc>
                <a:spcPct val="100000"/>
              </a:lnSpc>
              <a:spcBef>
                <a:spcPts val="500"/>
              </a:spcBef>
              <a:spcAft>
                <a:spcPts val="0"/>
              </a:spcAft>
              <a:buSzPts val="1600"/>
              <a:buNone/>
              <a:defRPr>
                <a:solidFill>
                  <a:schemeClr val="lt1"/>
                </a:solidFill>
              </a:defRPr>
            </a:lvl2pPr>
            <a:lvl3pPr indent="-228600" lvl="2" marL="1371600" algn="l">
              <a:lnSpc>
                <a:spcPct val="100000"/>
              </a:lnSpc>
              <a:spcBef>
                <a:spcPts val="500"/>
              </a:spcBef>
              <a:spcAft>
                <a:spcPts val="0"/>
              </a:spcAft>
              <a:buSzPts val="1400"/>
              <a:buNone/>
              <a:defRPr>
                <a:solidFill>
                  <a:schemeClr val="lt1"/>
                </a:solidFill>
              </a:defRPr>
            </a:lvl3pPr>
            <a:lvl4pPr indent="-228600" lvl="3" marL="1828800" algn="l">
              <a:lnSpc>
                <a:spcPct val="100000"/>
              </a:lnSpc>
              <a:spcBef>
                <a:spcPts val="500"/>
              </a:spcBef>
              <a:spcAft>
                <a:spcPts val="0"/>
              </a:spcAft>
              <a:buSzPts val="1400"/>
              <a:buNone/>
              <a:defRPr>
                <a:solidFill>
                  <a:schemeClr val="lt1"/>
                </a:solidFill>
              </a:defRPr>
            </a:lvl4pPr>
            <a:lvl5pPr indent="-228600" lvl="4" marL="2286000" algn="l">
              <a:lnSpc>
                <a:spcPct val="100000"/>
              </a:lnSpc>
              <a:spcBef>
                <a:spcPts val="500"/>
              </a:spcBef>
              <a:spcAft>
                <a:spcPts val="0"/>
              </a:spcAft>
              <a:buSzPts val="1400"/>
              <a:buNone/>
              <a:defRPr>
                <a:solidFill>
                  <a:schemeClr val="lt1"/>
                </a:solidFill>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133" name="Google Shape;133;p22"/>
          <p:cNvSpPr txBox="1"/>
          <p:nvPr>
            <p:ph idx="11" type="ftr"/>
          </p:nvPr>
        </p:nvSpPr>
        <p:spPr>
          <a:xfrm>
            <a:off x="1357950" y="5472763"/>
            <a:ext cx="4636008" cy="25603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4" name="Shape 134"/>
        <p:cNvGrpSpPr/>
        <p:nvPr/>
      </p:nvGrpSpPr>
      <p:grpSpPr>
        <a:xfrm>
          <a:off x="0" y="0"/>
          <a:ext cx="0" cy="0"/>
          <a:chOff x="0" y="0"/>
          <a:chExt cx="0" cy="0"/>
        </a:xfrm>
      </p:grpSpPr>
      <p:sp>
        <p:nvSpPr>
          <p:cNvPr id="135" name="Google Shape;135;p23"/>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23"/>
          <p:cNvSpPr txBox="1"/>
          <p:nvPr>
            <p:ph idx="1" type="body"/>
          </p:nvPr>
        </p:nvSpPr>
        <p:spPr>
          <a:xfrm>
            <a:off x="1066800" y="2103120"/>
            <a:ext cx="4663440" cy="37490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137" name="Google Shape;137;p23"/>
          <p:cNvSpPr txBox="1"/>
          <p:nvPr>
            <p:ph idx="2" type="body"/>
          </p:nvPr>
        </p:nvSpPr>
        <p:spPr>
          <a:xfrm>
            <a:off x="6461760" y="2103120"/>
            <a:ext cx="4663440" cy="37490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138" name="Google Shape;138;p23"/>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23"/>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23"/>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41" name="Shape 141"/>
        <p:cNvGrpSpPr/>
        <p:nvPr/>
      </p:nvGrpSpPr>
      <p:grpSpPr>
        <a:xfrm>
          <a:off x="0" y="0"/>
          <a:ext cx="0" cy="0"/>
          <a:chOff x="0" y="0"/>
          <a:chExt cx="0" cy="0"/>
        </a:xfrm>
      </p:grpSpPr>
      <p:sp>
        <p:nvSpPr>
          <p:cNvPr id="142" name="Google Shape;142;p24"/>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24"/>
          <p:cNvSpPr txBox="1"/>
          <p:nvPr>
            <p:ph idx="1" type="body"/>
          </p:nvPr>
        </p:nvSpPr>
        <p:spPr>
          <a:xfrm>
            <a:off x="1069848" y="2074334"/>
            <a:ext cx="4663440" cy="64008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900"/>
              <a:buNone/>
              <a:defRPr b="1" i="0" sz="1900">
                <a:solidFill>
                  <a:schemeClr val="dk1"/>
                </a:solidFill>
                <a:latin typeface="Garamond"/>
                <a:ea typeface="Garamond"/>
                <a:cs typeface="Garamond"/>
                <a:sym typeface="Garamond"/>
              </a:defRPr>
            </a:lvl1pPr>
            <a:lvl2pPr indent="-228600" lvl="1" marL="914400" algn="l">
              <a:lnSpc>
                <a:spcPct val="100000"/>
              </a:lnSpc>
              <a:spcBef>
                <a:spcPts val="500"/>
              </a:spcBef>
              <a:spcAft>
                <a:spcPts val="0"/>
              </a:spcAft>
              <a:buSzPts val="1800"/>
              <a:buNone/>
              <a:defRPr b="1" sz="18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144" name="Google Shape;144;p24"/>
          <p:cNvSpPr txBox="1"/>
          <p:nvPr>
            <p:ph idx="2" type="body"/>
          </p:nvPr>
        </p:nvSpPr>
        <p:spPr>
          <a:xfrm>
            <a:off x="1069848" y="2792472"/>
            <a:ext cx="4663440" cy="3163825"/>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145" name="Google Shape;145;p24"/>
          <p:cNvSpPr txBox="1"/>
          <p:nvPr>
            <p:ph idx="3" type="body"/>
          </p:nvPr>
        </p:nvSpPr>
        <p:spPr>
          <a:xfrm>
            <a:off x="6458712" y="2074334"/>
            <a:ext cx="4663440" cy="64008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900"/>
              <a:buNone/>
              <a:defRPr b="1" sz="1900">
                <a:solidFill>
                  <a:schemeClr val="dk1"/>
                </a:solidFill>
              </a:defRPr>
            </a:lvl1pPr>
            <a:lvl2pPr indent="-228600" lvl="1" marL="914400" algn="l">
              <a:lnSpc>
                <a:spcPct val="100000"/>
              </a:lnSpc>
              <a:spcBef>
                <a:spcPts val="500"/>
              </a:spcBef>
              <a:spcAft>
                <a:spcPts val="0"/>
              </a:spcAft>
              <a:buSzPts val="1800"/>
              <a:buNone/>
              <a:defRPr b="1" sz="18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146" name="Google Shape;146;p24"/>
          <p:cNvSpPr txBox="1"/>
          <p:nvPr>
            <p:ph idx="4" type="body"/>
          </p:nvPr>
        </p:nvSpPr>
        <p:spPr>
          <a:xfrm>
            <a:off x="6458712" y="2792471"/>
            <a:ext cx="4663440" cy="316450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147" name="Google Shape;147;p24"/>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24"/>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24"/>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p:cSld name="Three column">
    <p:spTree>
      <p:nvGrpSpPr>
        <p:cNvPr id="150" name="Shape 150"/>
        <p:cNvGrpSpPr/>
        <p:nvPr/>
      </p:nvGrpSpPr>
      <p:grpSpPr>
        <a:xfrm>
          <a:off x="0" y="0"/>
          <a:ext cx="0" cy="0"/>
          <a:chOff x="0" y="0"/>
          <a:chExt cx="0" cy="0"/>
        </a:xfrm>
      </p:grpSpPr>
      <p:sp>
        <p:nvSpPr>
          <p:cNvPr id="151" name="Google Shape;151;p25"/>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p25"/>
          <p:cNvSpPr txBox="1"/>
          <p:nvPr>
            <p:ph idx="1" type="body"/>
          </p:nvPr>
        </p:nvSpPr>
        <p:spPr>
          <a:xfrm>
            <a:off x="1069848" y="2074334"/>
            <a:ext cx="3053588" cy="64008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900"/>
              <a:buNone/>
              <a:defRPr b="1" i="0" sz="1900">
                <a:solidFill>
                  <a:schemeClr val="dk1"/>
                </a:solidFill>
                <a:latin typeface="Garamond"/>
                <a:ea typeface="Garamond"/>
                <a:cs typeface="Garamond"/>
                <a:sym typeface="Garamond"/>
              </a:defRPr>
            </a:lvl1pPr>
            <a:lvl2pPr indent="-228600" lvl="1" marL="914400" algn="l">
              <a:lnSpc>
                <a:spcPct val="100000"/>
              </a:lnSpc>
              <a:spcBef>
                <a:spcPts val="500"/>
              </a:spcBef>
              <a:spcAft>
                <a:spcPts val="0"/>
              </a:spcAft>
              <a:buSzPts val="1800"/>
              <a:buNone/>
              <a:defRPr b="1" sz="18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153" name="Google Shape;153;p25"/>
          <p:cNvSpPr txBox="1"/>
          <p:nvPr>
            <p:ph idx="2" type="body"/>
          </p:nvPr>
        </p:nvSpPr>
        <p:spPr>
          <a:xfrm>
            <a:off x="1069848" y="2792472"/>
            <a:ext cx="3053588" cy="3163825"/>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154" name="Google Shape;154;p25"/>
          <p:cNvSpPr txBox="1"/>
          <p:nvPr>
            <p:ph idx="3" type="body"/>
          </p:nvPr>
        </p:nvSpPr>
        <p:spPr>
          <a:xfrm>
            <a:off x="4569206" y="2074334"/>
            <a:ext cx="3053588" cy="64008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900"/>
              <a:buNone/>
              <a:defRPr b="1" sz="1900">
                <a:solidFill>
                  <a:schemeClr val="dk1"/>
                </a:solidFill>
              </a:defRPr>
            </a:lvl1pPr>
            <a:lvl2pPr indent="-228600" lvl="1" marL="914400" algn="l">
              <a:lnSpc>
                <a:spcPct val="100000"/>
              </a:lnSpc>
              <a:spcBef>
                <a:spcPts val="500"/>
              </a:spcBef>
              <a:spcAft>
                <a:spcPts val="0"/>
              </a:spcAft>
              <a:buSzPts val="1800"/>
              <a:buNone/>
              <a:defRPr b="1" sz="18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155" name="Google Shape;155;p25"/>
          <p:cNvSpPr txBox="1"/>
          <p:nvPr>
            <p:ph idx="4" type="body"/>
          </p:nvPr>
        </p:nvSpPr>
        <p:spPr>
          <a:xfrm>
            <a:off x="4569206" y="2792471"/>
            <a:ext cx="3053588" cy="316450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156" name="Google Shape;156;p25"/>
          <p:cNvSpPr txBox="1"/>
          <p:nvPr>
            <p:ph idx="5" type="body"/>
          </p:nvPr>
        </p:nvSpPr>
        <p:spPr>
          <a:xfrm>
            <a:off x="8068564" y="2073651"/>
            <a:ext cx="3053588" cy="64008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900"/>
              <a:buNone/>
              <a:defRPr b="1" sz="1900">
                <a:solidFill>
                  <a:schemeClr val="dk1"/>
                </a:solidFill>
              </a:defRPr>
            </a:lvl1pPr>
            <a:lvl2pPr indent="-228600" lvl="1" marL="914400" algn="l">
              <a:lnSpc>
                <a:spcPct val="100000"/>
              </a:lnSpc>
              <a:spcBef>
                <a:spcPts val="500"/>
              </a:spcBef>
              <a:spcAft>
                <a:spcPts val="0"/>
              </a:spcAft>
              <a:buSzPts val="1800"/>
              <a:buNone/>
              <a:defRPr b="1" sz="18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157" name="Google Shape;157;p25"/>
          <p:cNvSpPr txBox="1"/>
          <p:nvPr>
            <p:ph idx="6" type="body"/>
          </p:nvPr>
        </p:nvSpPr>
        <p:spPr>
          <a:xfrm>
            <a:off x="8068564" y="2791788"/>
            <a:ext cx="3053588" cy="316450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158" name="Google Shape;158;p25"/>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25"/>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25"/>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1" name="Shape 161"/>
        <p:cNvGrpSpPr/>
        <p:nvPr/>
      </p:nvGrpSpPr>
      <p:grpSpPr>
        <a:xfrm>
          <a:off x="0" y="0"/>
          <a:ext cx="0" cy="0"/>
          <a:chOff x="0" y="0"/>
          <a:chExt cx="0" cy="0"/>
        </a:xfrm>
      </p:grpSpPr>
      <p:sp>
        <p:nvSpPr>
          <p:cNvPr id="162" name="Google Shape;162;p26"/>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 name="Google Shape;163;p26"/>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26"/>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26"/>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66" name="Shape 166"/>
        <p:cNvGrpSpPr/>
        <p:nvPr/>
      </p:nvGrpSpPr>
      <p:grpSpPr>
        <a:xfrm>
          <a:off x="0" y="0"/>
          <a:ext cx="0" cy="0"/>
          <a:chOff x="0" y="0"/>
          <a:chExt cx="0" cy="0"/>
        </a:xfrm>
      </p:grpSpPr>
      <p:sp>
        <p:nvSpPr>
          <p:cNvPr id="167" name="Google Shape;167;p27"/>
          <p:cNvSpPr/>
          <p:nvPr/>
        </p:nvSpPr>
        <p:spPr>
          <a:xfrm>
            <a:off x="8119870" y="237744"/>
            <a:ext cx="3826596" cy="6382512"/>
          </a:xfrm>
          <a:prstGeom prst="rect">
            <a:avLst/>
          </a:prstGeom>
          <a:solidFill>
            <a:srgbClr val="D8D8D8">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7"/>
          <p:cNvSpPr/>
          <p:nvPr/>
        </p:nvSpPr>
        <p:spPr>
          <a:xfrm>
            <a:off x="8254660" y="374904"/>
            <a:ext cx="3557016" cy="6108192"/>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7"/>
          <p:cNvSpPr txBox="1"/>
          <p:nvPr>
            <p:ph type="title"/>
          </p:nvPr>
        </p:nvSpPr>
        <p:spPr>
          <a:xfrm>
            <a:off x="8458200" y="607392"/>
            <a:ext cx="3161963" cy="164592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Garamond"/>
              <a:buNone/>
              <a:defRPr b="0" sz="3200" cap="none">
                <a:solidFill>
                  <a:schemeClr val="dk1"/>
                </a:solidFill>
                <a:latin typeface="Garamond"/>
                <a:ea typeface="Garamond"/>
                <a:cs typeface="Garamond"/>
                <a:sym typeface="Garamo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 name="Google Shape;170;p27"/>
          <p:cNvSpPr txBox="1"/>
          <p:nvPr>
            <p:ph idx="1" type="body"/>
          </p:nvPr>
        </p:nvSpPr>
        <p:spPr>
          <a:xfrm>
            <a:off x="685800" y="609600"/>
            <a:ext cx="6858000" cy="5334000"/>
          </a:xfrm>
          <a:prstGeom prst="rect">
            <a:avLst/>
          </a:prstGeom>
          <a:noFill/>
          <a:ln>
            <a:noFill/>
          </a:ln>
        </p:spPr>
        <p:txBody>
          <a:bodyPr anchorCtr="0" anchor="t" bIns="45700" lIns="91425" spcFirstLastPara="1" rIns="91425" wrap="square" tIns="45700">
            <a:normAutofit/>
          </a:bodyPr>
          <a:lstStyle>
            <a:lvl1pPr indent="-349250" lvl="0" marL="457200" algn="l">
              <a:lnSpc>
                <a:spcPct val="100000"/>
              </a:lnSpc>
              <a:spcBef>
                <a:spcPts val="900"/>
              </a:spcBef>
              <a:spcAft>
                <a:spcPts val="0"/>
              </a:spcAft>
              <a:buSzPts val="1900"/>
              <a:buChar char="◦"/>
              <a:defRPr sz="19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171" name="Google Shape;171;p27"/>
          <p:cNvSpPr txBox="1"/>
          <p:nvPr>
            <p:ph idx="2" type="body"/>
          </p:nvPr>
        </p:nvSpPr>
        <p:spPr>
          <a:xfrm>
            <a:off x="8458200" y="2336800"/>
            <a:ext cx="3161963" cy="36068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800"/>
              <a:buNone/>
              <a:defRPr sz="1800">
                <a:solidFill>
                  <a:schemeClr val="dk1"/>
                </a:solidFill>
              </a:defRPr>
            </a:lvl1pPr>
            <a:lvl2pPr indent="-228600" lvl="1" marL="914400" algn="l">
              <a:lnSpc>
                <a:spcPct val="100000"/>
              </a:lnSpc>
              <a:spcBef>
                <a:spcPts val="500"/>
              </a:spcBef>
              <a:spcAft>
                <a:spcPts val="0"/>
              </a:spcAft>
              <a:buSzPts val="1200"/>
              <a:buNone/>
              <a:defRPr sz="1200"/>
            </a:lvl2pPr>
            <a:lvl3pPr indent="-228600" lvl="2" marL="1371600" algn="l">
              <a:lnSpc>
                <a:spcPct val="100000"/>
              </a:lnSpc>
              <a:spcBef>
                <a:spcPts val="500"/>
              </a:spcBef>
              <a:spcAft>
                <a:spcPts val="0"/>
              </a:spcAft>
              <a:buSzPts val="1000"/>
              <a:buNone/>
              <a:defRPr sz="1000"/>
            </a:lvl3pPr>
            <a:lvl4pPr indent="-228600" lvl="3" marL="1828800" algn="l">
              <a:lnSpc>
                <a:spcPct val="100000"/>
              </a:lnSpc>
              <a:spcBef>
                <a:spcPts val="500"/>
              </a:spcBef>
              <a:spcAft>
                <a:spcPts val="0"/>
              </a:spcAft>
              <a:buSzPts val="900"/>
              <a:buNone/>
              <a:defRPr sz="900"/>
            </a:lvl4pPr>
            <a:lvl5pPr indent="-228600" lvl="4" marL="2286000" algn="l">
              <a:lnSpc>
                <a:spcPct val="10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
        <p:nvSpPr>
          <p:cNvPr id="172" name="Google Shape;172;p27"/>
          <p:cNvSpPr txBox="1"/>
          <p:nvPr>
            <p:ph idx="10" type="dt"/>
          </p:nvPr>
        </p:nvSpPr>
        <p:spPr>
          <a:xfrm>
            <a:off x="5588000" y="6035040"/>
            <a:ext cx="1955800"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solidFill>
                  <a:srgbClr val="26262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27"/>
          <p:cNvSpPr txBox="1"/>
          <p:nvPr>
            <p:ph idx="11" type="ftr"/>
          </p:nvPr>
        </p:nvSpPr>
        <p:spPr>
          <a:xfrm>
            <a:off x="685801" y="6035040"/>
            <a:ext cx="45847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27"/>
          <p:cNvSpPr txBox="1"/>
          <p:nvPr>
            <p:ph idx="12" type="sldNum"/>
          </p:nvPr>
        </p:nvSpPr>
        <p:spPr>
          <a:xfrm>
            <a:off x="10396728" y="6035040"/>
            <a:ext cx="1223435"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1000">
                <a:solidFill>
                  <a:srgbClr val="262626"/>
                </a:solidFill>
                <a:latin typeface="Garamond"/>
                <a:ea typeface="Garamond"/>
                <a:cs typeface="Garamond"/>
                <a:sym typeface="Garamond"/>
              </a:defRPr>
            </a:lvl1pPr>
            <a:lvl2pPr indent="0" lvl="1" marL="0" algn="r">
              <a:spcBef>
                <a:spcPts val="0"/>
              </a:spcBef>
              <a:buNone/>
              <a:defRPr sz="1000">
                <a:solidFill>
                  <a:srgbClr val="262626"/>
                </a:solidFill>
                <a:latin typeface="Garamond"/>
                <a:ea typeface="Garamond"/>
                <a:cs typeface="Garamond"/>
                <a:sym typeface="Garamond"/>
              </a:defRPr>
            </a:lvl2pPr>
            <a:lvl3pPr indent="0" lvl="2" marL="0" algn="r">
              <a:spcBef>
                <a:spcPts val="0"/>
              </a:spcBef>
              <a:buNone/>
              <a:defRPr sz="1000">
                <a:solidFill>
                  <a:srgbClr val="262626"/>
                </a:solidFill>
                <a:latin typeface="Garamond"/>
                <a:ea typeface="Garamond"/>
                <a:cs typeface="Garamond"/>
                <a:sym typeface="Garamond"/>
              </a:defRPr>
            </a:lvl3pPr>
            <a:lvl4pPr indent="0" lvl="3" marL="0" algn="r">
              <a:spcBef>
                <a:spcPts val="0"/>
              </a:spcBef>
              <a:buNone/>
              <a:defRPr sz="1000">
                <a:solidFill>
                  <a:srgbClr val="262626"/>
                </a:solidFill>
                <a:latin typeface="Garamond"/>
                <a:ea typeface="Garamond"/>
                <a:cs typeface="Garamond"/>
                <a:sym typeface="Garamond"/>
              </a:defRPr>
            </a:lvl4pPr>
            <a:lvl5pPr indent="0" lvl="4" marL="0" algn="r">
              <a:spcBef>
                <a:spcPts val="0"/>
              </a:spcBef>
              <a:buNone/>
              <a:defRPr sz="1000">
                <a:solidFill>
                  <a:srgbClr val="262626"/>
                </a:solidFill>
                <a:latin typeface="Garamond"/>
                <a:ea typeface="Garamond"/>
                <a:cs typeface="Garamond"/>
                <a:sym typeface="Garamond"/>
              </a:defRPr>
            </a:lvl5pPr>
            <a:lvl6pPr indent="0" lvl="5" marL="0" algn="r">
              <a:spcBef>
                <a:spcPts val="0"/>
              </a:spcBef>
              <a:buNone/>
              <a:defRPr sz="1000">
                <a:solidFill>
                  <a:srgbClr val="262626"/>
                </a:solidFill>
                <a:latin typeface="Garamond"/>
                <a:ea typeface="Garamond"/>
                <a:cs typeface="Garamond"/>
                <a:sym typeface="Garamond"/>
              </a:defRPr>
            </a:lvl6pPr>
            <a:lvl7pPr indent="0" lvl="6" marL="0" algn="r">
              <a:spcBef>
                <a:spcPts val="0"/>
              </a:spcBef>
              <a:buNone/>
              <a:defRPr sz="1000">
                <a:solidFill>
                  <a:srgbClr val="262626"/>
                </a:solidFill>
                <a:latin typeface="Garamond"/>
                <a:ea typeface="Garamond"/>
                <a:cs typeface="Garamond"/>
                <a:sym typeface="Garamond"/>
              </a:defRPr>
            </a:lvl7pPr>
            <a:lvl8pPr indent="0" lvl="7" marL="0" algn="r">
              <a:spcBef>
                <a:spcPts val="0"/>
              </a:spcBef>
              <a:buNone/>
              <a:defRPr sz="1000">
                <a:solidFill>
                  <a:srgbClr val="262626"/>
                </a:solidFill>
                <a:latin typeface="Garamond"/>
                <a:ea typeface="Garamond"/>
                <a:cs typeface="Garamond"/>
                <a:sym typeface="Garamond"/>
              </a:defRPr>
            </a:lvl8pPr>
            <a:lvl9pPr indent="0" lvl="8" marL="0" algn="r">
              <a:spcBef>
                <a:spcPts val="0"/>
              </a:spcBef>
              <a:buNone/>
              <a:defRPr sz="1000">
                <a:solidFill>
                  <a:srgbClr val="262626"/>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75" name="Shape 175"/>
        <p:cNvGrpSpPr/>
        <p:nvPr/>
      </p:nvGrpSpPr>
      <p:grpSpPr>
        <a:xfrm>
          <a:off x="0" y="0"/>
          <a:ext cx="0" cy="0"/>
          <a:chOff x="0" y="0"/>
          <a:chExt cx="0" cy="0"/>
        </a:xfrm>
      </p:grpSpPr>
      <p:sp>
        <p:nvSpPr>
          <p:cNvPr id="176" name="Google Shape;176;p28"/>
          <p:cNvSpPr/>
          <p:nvPr/>
        </p:nvSpPr>
        <p:spPr>
          <a:xfrm>
            <a:off x="8119870" y="237744"/>
            <a:ext cx="3826596" cy="6382512"/>
          </a:xfrm>
          <a:prstGeom prst="rect">
            <a:avLst/>
          </a:prstGeom>
          <a:solidFill>
            <a:srgbClr val="D8D8D8">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8"/>
          <p:cNvSpPr/>
          <p:nvPr>
            <p:ph idx="2" type="pic"/>
          </p:nvPr>
        </p:nvSpPr>
        <p:spPr>
          <a:xfrm>
            <a:off x="228599" y="237744"/>
            <a:ext cx="7696201" cy="6382512"/>
          </a:xfrm>
          <a:prstGeom prst="rect">
            <a:avLst/>
          </a:prstGeom>
          <a:solidFill>
            <a:srgbClr val="BFCBCB"/>
          </a:solidFill>
          <a:ln>
            <a:noFill/>
          </a:ln>
        </p:spPr>
      </p:sp>
      <p:sp>
        <p:nvSpPr>
          <p:cNvPr id="178" name="Google Shape;178;p28"/>
          <p:cNvSpPr txBox="1"/>
          <p:nvPr>
            <p:ph idx="10" type="dt"/>
          </p:nvPr>
        </p:nvSpPr>
        <p:spPr>
          <a:xfrm>
            <a:off x="5662337" y="6035040"/>
            <a:ext cx="2071963"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b="1">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28"/>
          <p:cNvSpPr txBox="1"/>
          <p:nvPr>
            <p:ph idx="11" type="ftr"/>
          </p:nvPr>
        </p:nvSpPr>
        <p:spPr>
          <a:xfrm>
            <a:off x="612648" y="6035040"/>
            <a:ext cx="4588002"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b="1" sz="1000">
                <a:solidFill>
                  <a:srgbClr val="FFFFFF"/>
                </a:solidFill>
                <a:latin typeface="Garamond"/>
                <a:ea typeface="Garamond"/>
                <a:cs typeface="Garamond"/>
                <a:sym typeface="Garamon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28"/>
          <p:cNvSpPr txBox="1"/>
          <p:nvPr>
            <p:ph idx="12" type="sldNum"/>
          </p:nvPr>
        </p:nvSpPr>
        <p:spPr>
          <a:xfrm>
            <a:off x="10396728" y="6035040"/>
            <a:ext cx="1225296"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1" name="Google Shape;181;p28"/>
          <p:cNvSpPr/>
          <p:nvPr/>
        </p:nvSpPr>
        <p:spPr>
          <a:xfrm>
            <a:off x="8254660" y="374904"/>
            <a:ext cx="3557016" cy="6108192"/>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8"/>
          <p:cNvSpPr txBox="1"/>
          <p:nvPr>
            <p:ph type="title"/>
          </p:nvPr>
        </p:nvSpPr>
        <p:spPr>
          <a:xfrm>
            <a:off x="8477250" y="603504"/>
            <a:ext cx="3144774" cy="164592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3200"/>
              <a:buFont typeface="Garamond"/>
              <a:buNone/>
              <a:defRPr b="0" sz="3200">
                <a:solidFill>
                  <a:schemeClr val="dk1"/>
                </a:solidFill>
                <a:latin typeface="Garamond"/>
                <a:ea typeface="Garamond"/>
                <a:cs typeface="Garamond"/>
                <a:sym typeface="Garamo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 name="Google Shape;183;p28"/>
          <p:cNvSpPr txBox="1"/>
          <p:nvPr>
            <p:ph idx="1" type="body"/>
          </p:nvPr>
        </p:nvSpPr>
        <p:spPr>
          <a:xfrm>
            <a:off x="8477250" y="2386584"/>
            <a:ext cx="3144774" cy="3511296"/>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800"/>
              <a:buNone/>
              <a:defRPr sz="1800">
                <a:solidFill>
                  <a:schemeClr val="dk1"/>
                </a:solidFill>
              </a:defRPr>
            </a:lvl1pPr>
            <a:lvl2pPr indent="-228600" lvl="1" marL="914400" algn="l">
              <a:lnSpc>
                <a:spcPct val="100000"/>
              </a:lnSpc>
              <a:spcBef>
                <a:spcPts val="500"/>
              </a:spcBef>
              <a:spcAft>
                <a:spcPts val="0"/>
              </a:spcAft>
              <a:buSzPts val="1200"/>
              <a:buNone/>
              <a:defRPr sz="1200"/>
            </a:lvl2pPr>
            <a:lvl3pPr indent="-228600" lvl="2" marL="1371600" algn="l">
              <a:lnSpc>
                <a:spcPct val="100000"/>
              </a:lnSpc>
              <a:spcBef>
                <a:spcPts val="500"/>
              </a:spcBef>
              <a:spcAft>
                <a:spcPts val="0"/>
              </a:spcAft>
              <a:buSzPts val="1000"/>
              <a:buNone/>
              <a:defRPr sz="1000"/>
            </a:lvl3pPr>
            <a:lvl4pPr indent="-228600" lvl="3" marL="1828800" algn="l">
              <a:lnSpc>
                <a:spcPct val="100000"/>
              </a:lnSpc>
              <a:spcBef>
                <a:spcPts val="500"/>
              </a:spcBef>
              <a:spcAft>
                <a:spcPts val="0"/>
              </a:spcAft>
              <a:buSzPts val="900"/>
              <a:buNone/>
              <a:defRPr sz="900"/>
            </a:lvl4pPr>
            <a:lvl5pPr indent="-228600" lvl="4" marL="2286000" algn="l">
              <a:lnSpc>
                <a:spcPct val="10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11" name="Google Shape;11;p12"/>
          <p:cNvSpPr/>
          <p:nvPr/>
        </p:nvSpPr>
        <p:spPr>
          <a:xfrm>
            <a:off x="234696" y="237744"/>
            <a:ext cx="11722608" cy="6382512"/>
          </a:xfrm>
          <a:prstGeom prst="rect">
            <a:avLst/>
          </a:prstGeom>
          <a:solidFill>
            <a:srgbClr val="BFBFB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2"/>
          <p:cNvSpPr/>
          <p:nvPr/>
        </p:nvSpPr>
        <p:spPr>
          <a:xfrm>
            <a:off x="371856" y="374904"/>
            <a:ext cx="11448288" cy="6108192"/>
          </a:xfrm>
          <a:prstGeom prst="rect">
            <a:avLst/>
          </a:prstGeom>
          <a:noFill/>
          <a:ln cap="sq" cmpd="sng" w="9525">
            <a:solidFill>
              <a:srgbClr val="26262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2"/>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262626"/>
              </a:buClr>
              <a:buSzPts val="4800"/>
              <a:buFont typeface="Garamond"/>
              <a:buNone/>
              <a:defRPr b="0" i="0" sz="4800" u="none" cap="none" strike="noStrike">
                <a:solidFill>
                  <a:srgbClr val="262626"/>
                </a:solidFill>
                <a:latin typeface="Garamond"/>
                <a:ea typeface="Garamond"/>
                <a:cs typeface="Garamond"/>
                <a:sym typeface="Garamon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12"/>
          <p:cNvSpPr txBox="1"/>
          <p:nvPr>
            <p:ph idx="1" type="body"/>
          </p:nvPr>
        </p:nvSpPr>
        <p:spPr>
          <a:xfrm>
            <a:off x="1066800" y="2103120"/>
            <a:ext cx="10058400" cy="3849624"/>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900"/>
              </a:spcBef>
              <a:spcAft>
                <a:spcPts val="0"/>
              </a:spcAft>
              <a:buClr>
                <a:srgbClr val="262626"/>
              </a:buClr>
              <a:buSzPts val="1800"/>
              <a:buFont typeface="Garamond"/>
              <a:buChar char="◦"/>
              <a:defRPr b="0" i="0" sz="1800" u="none" cap="none" strike="noStrike">
                <a:solidFill>
                  <a:schemeClr val="dk1"/>
                </a:solidFill>
                <a:latin typeface="Garamond"/>
                <a:ea typeface="Garamond"/>
                <a:cs typeface="Garamond"/>
                <a:sym typeface="Garamond"/>
              </a:defRPr>
            </a:lvl1pPr>
            <a:lvl2pPr indent="-330200" lvl="1" marL="914400" marR="0" rtl="0" algn="l">
              <a:lnSpc>
                <a:spcPct val="100000"/>
              </a:lnSpc>
              <a:spcBef>
                <a:spcPts val="500"/>
              </a:spcBef>
              <a:spcAft>
                <a:spcPts val="0"/>
              </a:spcAft>
              <a:buClr>
                <a:srgbClr val="262626"/>
              </a:buClr>
              <a:buSzPts val="1600"/>
              <a:buFont typeface="Garamond"/>
              <a:buChar char="◦"/>
              <a:defRPr b="0" i="0" sz="1600" u="none" cap="none" strike="noStrike">
                <a:solidFill>
                  <a:schemeClr val="dk1"/>
                </a:solidFill>
                <a:latin typeface="Garamond"/>
                <a:ea typeface="Garamond"/>
                <a:cs typeface="Garamond"/>
                <a:sym typeface="Garamond"/>
              </a:defRPr>
            </a:lvl2pPr>
            <a:lvl3pPr indent="-317500" lvl="2" marL="13716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3pPr>
            <a:lvl4pPr indent="-317500" lvl="3" marL="18288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4pPr>
            <a:lvl5pPr indent="-317500" lvl="4" marL="22860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5pPr>
            <a:lvl6pPr indent="-317500" lvl="5" marL="27432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6pPr>
            <a:lvl7pPr indent="-317500" lvl="6" marL="32004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7pPr>
            <a:lvl8pPr indent="-317500" lvl="7" marL="36576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8pPr>
            <a:lvl9pPr indent="-317500" lvl="8" marL="41148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9pPr>
          </a:lstStyle>
          <a:p/>
        </p:txBody>
      </p:sp>
      <p:sp>
        <p:nvSpPr>
          <p:cNvPr id="15" name="Google Shape;15;p12"/>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3F3F3F"/>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6" name="Google Shape;16;p12"/>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262626"/>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7" name="Google Shape;17;p12"/>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1000" u="none" cap="none" strike="noStrike">
                <a:solidFill>
                  <a:srgbClr val="3F3F3F"/>
                </a:solidFill>
                <a:latin typeface="Garamond"/>
                <a:ea typeface="Garamond"/>
                <a:cs typeface="Garamond"/>
                <a:sym typeface="Garamond"/>
              </a:defRPr>
            </a:lvl1pPr>
            <a:lvl2pPr indent="0" lvl="1" marL="0" marR="0" rtl="0" algn="r">
              <a:spcBef>
                <a:spcPts val="0"/>
              </a:spcBef>
              <a:buNone/>
              <a:defRPr b="0" i="0" sz="1000" u="none" cap="none" strike="noStrike">
                <a:solidFill>
                  <a:srgbClr val="3F3F3F"/>
                </a:solidFill>
                <a:latin typeface="Garamond"/>
                <a:ea typeface="Garamond"/>
                <a:cs typeface="Garamond"/>
                <a:sym typeface="Garamond"/>
              </a:defRPr>
            </a:lvl2pPr>
            <a:lvl3pPr indent="0" lvl="2" marL="0" marR="0" rtl="0" algn="r">
              <a:spcBef>
                <a:spcPts val="0"/>
              </a:spcBef>
              <a:buNone/>
              <a:defRPr b="0" i="0" sz="1000" u="none" cap="none" strike="noStrike">
                <a:solidFill>
                  <a:srgbClr val="3F3F3F"/>
                </a:solidFill>
                <a:latin typeface="Garamond"/>
                <a:ea typeface="Garamond"/>
                <a:cs typeface="Garamond"/>
                <a:sym typeface="Garamond"/>
              </a:defRPr>
            </a:lvl3pPr>
            <a:lvl4pPr indent="0" lvl="3" marL="0" marR="0" rtl="0" algn="r">
              <a:spcBef>
                <a:spcPts val="0"/>
              </a:spcBef>
              <a:buNone/>
              <a:defRPr b="0" i="0" sz="1000" u="none" cap="none" strike="noStrike">
                <a:solidFill>
                  <a:srgbClr val="3F3F3F"/>
                </a:solidFill>
                <a:latin typeface="Garamond"/>
                <a:ea typeface="Garamond"/>
                <a:cs typeface="Garamond"/>
                <a:sym typeface="Garamond"/>
              </a:defRPr>
            </a:lvl4pPr>
            <a:lvl5pPr indent="0" lvl="4" marL="0" marR="0" rtl="0" algn="r">
              <a:spcBef>
                <a:spcPts val="0"/>
              </a:spcBef>
              <a:buNone/>
              <a:defRPr b="0" i="0" sz="1000" u="none" cap="none" strike="noStrike">
                <a:solidFill>
                  <a:srgbClr val="3F3F3F"/>
                </a:solidFill>
                <a:latin typeface="Garamond"/>
                <a:ea typeface="Garamond"/>
                <a:cs typeface="Garamond"/>
                <a:sym typeface="Garamond"/>
              </a:defRPr>
            </a:lvl5pPr>
            <a:lvl6pPr indent="0" lvl="5" marL="0" marR="0" rtl="0" algn="r">
              <a:spcBef>
                <a:spcPts val="0"/>
              </a:spcBef>
              <a:buNone/>
              <a:defRPr b="0" i="0" sz="1000" u="none" cap="none" strike="noStrike">
                <a:solidFill>
                  <a:srgbClr val="3F3F3F"/>
                </a:solidFill>
                <a:latin typeface="Garamond"/>
                <a:ea typeface="Garamond"/>
                <a:cs typeface="Garamond"/>
                <a:sym typeface="Garamond"/>
              </a:defRPr>
            </a:lvl6pPr>
            <a:lvl7pPr indent="0" lvl="6" marL="0" marR="0" rtl="0" algn="r">
              <a:spcBef>
                <a:spcPts val="0"/>
              </a:spcBef>
              <a:buNone/>
              <a:defRPr b="0" i="0" sz="1000" u="none" cap="none" strike="noStrike">
                <a:solidFill>
                  <a:srgbClr val="3F3F3F"/>
                </a:solidFill>
                <a:latin typeface="Garamond"/>
                <a:ea typeface="Garamond"/>
                <a:cs typeface="Garamond"/>
                <a:sym typeface="Garamond"/>
              </a:defRPr>
            </a:lvl7pPr>
            <a:lvl8pPr indent="0" lvl="7" marL="0" marR="0" rtl="0" algn="r">
              <a:spcBef>
                <a:spcPts val="0"/>
              </a:spcBef>
              <a:buNone/>
              <a:defRPr b="0" i="0" sz="1000" u="none" cap="none" strike="noStrike">
                <a:solidFill>
                  <a:srgbClr val="3F3F3F"/>
                </a:solidFill>
                <a:latin typeface="Garamond"/>
                <a:ea typeface="Garamond"/>
                <a:cs typeface="Garamond"/>
                <a:sym typeface="Garamond"/>
              </a:defRPr>
            </a:lvl8pPr>
            <a:lvl9pPr indent="0" lvl="8" marL="0" marR="0" rtl="0" algn="r">
              <a:spcBef>
                <a:spcPts val="0"/>
              </a:spcBef>
              <a:buNone/>
              <a:defRPr b="0" i="0" sz="1000" u="none" cap="none" strike="noStrike">
                <a:solidFill>
                  <a:srgbClr val="3F3F3F"/>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
          <p:cNvSpPr/>
          <p:nvPr/>
        </p:nvSpPr>
        <p:spPr>
          <a:xfrm>
            <a:off x="926964" y="2032837"/>
            <a:ext cx="9967178" cy="175432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5400" u="none" cap="none" strike="noStrike">
                <a:solidFill>
                  <a:srgbClr val="262626"/>
                </a:solidFill>
                <a:latin typeface="Garamond"/>
                <a:ea typeface="Garamond"/>
                <a:cs typeface="Garamond"/>
                <a:sym typeface="Garamond"/>
              </a:rPr>
              <a:t>SMART HOME ENERGY MANAGEMENT SYSTE</a:t>
            </a:r>
            <a:r>
              <a:rPr b="1" lang="en-US" sz="5400">
                <a:solidFill>
                  <a:srgbClr val="262626"/>
                </a:solidFill>
                <a:latin typeface="Garamond"/>
                <a:ea typeface="Garamond"/>
                <a:cs typeface="Garamond"/>
                <a:sym typeface="Garamond"/>
              </a:rPr>
              <a:t>M</a:t>
            </a:r>
            <a:endParaRPr/>
          </a:p>
        </p:txBody>
      </p:sp>
      <p:sp>
        <p:nvSpPr>
          <p:cNvPr id="189" name="Google Shape;189;p1"/>
          <p:cNvSpPr txBox="1"/>
          <p:nvPr/>
        </p:nvSpPr>
        <p:spPr>
          <a:xfrm>
            <a:off x="8957187" y="4218039"/>
            <a:ext cx="150433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chemeClr val="dk1"/>
                </a:solidFill>
                <a:latin typeface="Garamond"/>
                <a:ea typeface="Garamond"/>
                <a:cs typeface="Garamond"/>
                <a:sym typeface="Garamond"/>
              </a:rPr>
              <a:t>-Team2</a:t>
            </a:r>
            <a:endParaRPr b="1" sz="2000">
              <a:solidFill>
                <a:schemeClr val="dk1"/>
              </a:solidFill>
              <a:latin typeface="Garamond"/>
              <a:ea typeface="Garamond"/>
              <a:cs typeface="Garamond"/>
              <a:sym typeface="Garamo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
          <p:cNvSpPr txBox="1"/>
          <p:nvPr/>
        </p:nvSpPr>
        <p:spPr>
          <a:xfrm>
            <a:off x="3903407" y="1838633"/>
            <a:ext cx="8524568"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Garamond"/>
                <a:ea typeface="Garamond"/>
                <a:cs typeface="Garamond"/>
                <a:sym typeface="Garamond"/>
              </a:rPr>
              <a:t>Team Members:</a:t>
            </a:r>
            <a:endParaRPr/>
          </a:p>
          <a:p>
            <a:pPr indent="0" lvl="0" marL="0" marR="0" rtl="0" algn="l">
              <a:spcBef>
                <a:spcPts val="0"/>
              </a:spcBef>
              <a:spcAft>
                <a:spcPts val="0"/>
              </a:spcAft>
              <a:buNone/>
            </a:pPr>
            <a:r>
              <a:t/>
            </a:r>
            <a:endParaRPr sz="2400">
              <a:solidFill>
                <a:schemeClr val="dk1"/>
              </a:solidFill>
              <a:latin typeface="Garamond"/>
              <a:ea typeface="Garamond"/>
              <a:cs typeface="Garamond"/>
              <a:sym typeface="Garamond"/>
            </a:endParaRPr>
          </a:p>
          <a:p>
            <a:pPr indent="0" lvl="0" marL="0" marR="0" rtl="0" algn="l">
              <a:spcBef>
                <a:spcPts val="0"/>
              </a:spcBef>
              <a:spcAft>
                <a:spcPts val="0"/>
              </a:spcAft>
              <a:buNone/>
            </a:pPr>
            <a:r>
              <a:rPr b="1" lang="en-US" sz="2400">
                <a:solidFill>
                  <a:schemeClr val="dk1"/>
                </a:solidFill>
                <a:latin typeface="Garamond"/>
                <a:ea typeface="Garamond"/>
                <a:cs typeface="Garamond"/>
                <a:sym typeface="Garamond"/>
              </a:rPr>
              <a:t>Team Lead </a:t>
            </a:r>
            <a:r>
              <a:rPr lang="en-US" sz="2400">
                <a:solidFill>
                  <a:schemeClr val="dk1"/>
                </a:solidFill>
                <a:latin typeface="Garamond"/>
                <a:ea typeface="Garamond"/>
                <a:cs typeface="Garamond"/>
                <a:sym typeface="Garamond"/>
              </a:rPr>
              <a:t>- S Jayanth</a:t>
            </a:r>
            <a:endParaRPr/>
          </a:p>
          <a:p>
            <a:pPr indent="0" lvl="0" marL="0" marR="0" rtl="0" algn="l">
              <a:spcBef>
                <a:spcPts val="0"/>
              </a:spcBef>
              <a:spcAft>
                <a:spcPts val="0"/>
              </a:spcAft>
              <a:buNone/>
            </a:pPr>
            <a:r>
              <a:rPr b="1" lang="en-US" sz="2400">
                <a:solidFill>
                  <a:schemeClr val="dk1"/>
                </a:solidFill>
                <a:latin typeface="Garamond"/>
                <a:ea typeface="Garamond"/>
                <a:cs typeface="Garamond"/>
                <a:sym typeface="Garamond"/>
              </a:rPr>
              <a:t>Technical Lead </a:t>
            </a:r>
            <a:r>
              <a:rPr lang="en-US" sz="2400">
                <a:solidFill>
                  <a:schemeClr val="dk1"/>
                </a:solidFill>
                <a:latin typeface="Garamond"/>
                <a:ea typeface="Garamond"/>
                <a:cs typeface="Garamond"/>
                <a:sym typeface="Garamond"/>
              </a:rPr>
              <a:t>- Kavya </a:t>
            </a:r>
            <a:endParaRPr/>
          </a:p>
          <a:p>
            <a:pPr indent="0" lvl="0" marL="0" marR="0" rtl="0" algn="l">
              <a:spcBef>
                <a:spcPts val="0"/>
              </a:spcBef>
              <a:spcAft>
                <a:spcPts val="0"/>
              </a:spcAft>
              <a:buNone/>
            </a:pPr>
            <a:r>
              <a:rPr b="1" lang="en-US" sz="2400">
                <a:solidFill>
                  <a:schemeClr val="dk1"/>
                </a:solidFill>
                <a:latin typeface="Garamond"/>
                <a:ea typeface="Garamond"/>
                <a:cs typeface="Garamond"/>
                <a:sym typeface="Garamond"/>
              </a:rPr>
              <a:t>Developer Core</a:t>
            </a:r>
            <a:r>
              <a:rPr lang="en-US" sz="2400">
                <a:solidFill>
                  <a:schemeClr val="dk1"/>
                </a:solidFill>
                <a:latin typeface="Garamond"/>
                <a:ea typeface="Garamond"/>
                <a:cs typeface="Garamond"/>
                <a:sym typeface="Garamond"/>
              </a:rPr>
              <a:t>- Mounika</a:t>
            </a:r>
            <a:endParaRPr/>
          </a:p>
          <a:p>
            <a:pPr indent="0" lvl="0" marL="0" marR="0" rtl="0" algn="l">
              <a:spcBef>
                <a:spcPts val="0"/>
              </a:spcBef>
              <a:spcAft>
                <a:spcPts val="0"/>
              </a:spcAft>
              <a:buNone/>
            </a:pPr>
            <a:r>
              <a:rPr b="1" lang="en-US" sz="2400">
                <a:solidFill>
                  <a:schemeClr val="dk1"/>
                </a:solidFill>
                <a:latin typeface="Garamond"/>
                <a:ea typeface="Garamond"/>
                <a:cs typeface="Garamond"/>
                <a:sym typeface="Garamond"/>
              </a:rPr>
              <a:t>Developer Supporting </a:t>
            </a:r>
            <a:r>
              <a:rPr lang="en-US" sz="2400">
                <a:solidFill>
                  <a:schemeClr val="dk1"/>
                </a:solidFill>
                <a:latin typeface="Garamond"/>
                <a:ea typeface="Garamond"/>
                <a:cs typeface="Garamond"/>
                <a:sym typeface="Garamond"/>
              </a:rPr>
              <a:t>– Dibya</a:t>
            </a:r>
            <a:endParaRPr/>
          </a:p>
          <a:p>
            <a:pPr indent="0" lvl="0" marL="0" marR="0" rtl="0" algn="l">
              <a:spcBef>
                <a:spcPts val="0"/>
              </a:spcBef>
              <a:spcAft>
                <a:spcPts val="0"/>
              </a:spcAft>
              <a:buNone/>
            </a:pPr>
            <a:r>
              <a:rPr b="1" lang="en-US" sz="2400">
                <a:solidFill>
                  <a:schemeClr val="dk1"/>
                </a:solidFill>
                <a:latin typeface="Garamond"/>
                <a:ea typeface="Garamond"/>
                <a:cs typeface="Garamond"/>
                <a:sym typeface="Garamond"/>
              </a:rPr>
              <a:t>Tester/Quality Analyst </a:t>
            </a:r>
            <a:r>
              <a:rPr lang="en-US" sz="2400">
                <a:solidFill>
                  <a:schemeClr val="dk1"/>
                </a:solidFill>
                <a:latin typeface="Garamond"/>
                <a:ea typeface="Garamond"/>
                <a:cs typeface="Garamond"/>
                <a:sym typeface="Garamond"/>
              </a:rPr>
              <a:t>– Swetha</a:t>
            </a:r>
            <a:endParaRPr/>
          </a:p>
          <a:p>
            <a:pPr indent="0" lvl="0" marL="0" marR="0" rtl="0" algn="l">
              <a:spcBef>
                <a:spcPts val="0"/>
              </a:spcBef>
              <a:spcAft>
                <a:spcPts val="0"/>
              </a:spcAft>
              <a:buNone/>
            </a:pPr>
            <a:r>
              <a:rPr b="1" lang="en-US" sz="2400">
                <a:solidFill>
                  <a:schemeClr val="dk1"/>
                </a:solidFill>
                <a:latin typeface="Garamond"/>
                <a:ea typeface="Garamond"/>
                <a:cs typeface="Garamond"/>
                <a:sym typeface="Garamond"/>
              </a:rPr>
              <a:t>Documentation</a:t>
            </a:r>
            <a:r>
              <a:rPr lang="en-US" sz="2400">
                <a:solidFill>
                  <a:schemeClr val="dk1"/>
                </a:solidFill>
                <a:latin typeface="Garamond"/>
                <a:ea typeface="Garamond"/>
                <a:cs typeface="Garamond"/>
                <a:sym typeface="Garamond"/>
              </a:rPr>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
          <p:cNvSpPr txBox="1"/>
          <p:nvPr/>
        </p:nvSpPr>
        <p:spPr>
          <a:xfrm>
            <a:off x="2197768" y="1032353"/>
            <a:ext cx="7781974" cy="5016758"/>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Noto Sans Symbols"/>
              <a:buChar char="⮚"/>
            </a:pPr>
            <a:r>
              <a:rPr lang="en-US" sz="2000">
                <a:solidFill>
                  <a:schemeClr val="dk1"/>
                </a:solidFill>
                <a:latin typeface="Arial"/>
                <a:ea typeface="Arial"/>
                <a:cs typeface="Arial"/>
                <a:sym typeface="Arial"/>
              </a:rPr>
              <a:t>The </a:t>
            </a:r>
            <a:r>
              <a:rPr b="1" lang="en-US" sz="2000">
                <a:solidFill>
                  <a:schemeClr val="dk1"/>
                </a:solidFill>
                <a:latin typeface="Arial"/>
                <a:ea typeface="Arial"/>
                <a:cs typeface="Arial"/>
                <a:sym typeface="Arial"/>
              </a:rPr>
              <a:t>Smart Home Energy Management System</a:t>
            </a:r>
            <a:r>
              <a:rPr lang="en-US" sz="2000">
                <a:solidFill>
                  <a:schemeClr val="dk1"/>
                </a:solidFill>
                <a:latin typeface="Arial"/>
                <a:ea typeface="Arial"/>
                <a:cs typeface="Arial"/>
                <a:sym typeface="Arial"/>
              </a:rPr>
              <a:t> addresses the growing challenge of rising energy consumption and inefficient resource utilization within modern households. As homes become increasingly equipped with electronic appliances and smart devices, monitoring and controlling overall power usage manually becomes complex and impractical.</a:t>
            </a:r>
            <a:endParaRPr/>
          </a:p>
          <a:p>
            <a:pPr indent="-285750" lvl="0" marL="285750" marR="0" rtl="0" algn="just">
              <a:spcBef>
                <a:spcPts val="0"/>
              </a:spcBef>
              <a:spcAft>
                <a:spcPts val="0"/>
              </a:spcAft>
              <a:buClr>
                <a:schemeClr val="dk1"/>
              </a:buClr>
              <a:buSzPts val="2000"/>
              <a:buFont typeface="Noto Sans Symbols"/>
              <a:buChar char="⮚"/>
            </a:pPr>
            <a:r>
              <a:rPr lang="en-US" sz="2000">
                <a:solidFill>
                  <a:schemeClr val="dk1"/>
                </a:solidFill>
                <a:latin typeface="Arial"/>
                <a:ea typeface="Arial"/>
                <a:cs typeface="Arial"/>
                <a:sym typeface="Arial"/>
              </a:rPr>
              <a:t>The </a:t>
            </a:r>
            <a:r>
              <a:rPr b="1" lang="en-US" sz="2000">
                <a:solidFill>
                  <a:schemeClr val="dk1"/>
                </a:solidFill>
                <a:latin typeface="Arial"/>
                <a:ea typeface="Arial"/>
                <a:cs typeface="Arial"/>
                <a:sym typeface="Arial"/>
              </a:rPr>
              <a:t>Smart Home Energy Management System</a:t>
            </a:r>
            <a:r>
              <a:rPr lang="en-US" sz="2000">
                <a:solidFill>
                  <a:schemeClr val="dk1"/>
                </a:solidFill>
                <a:latin typeface="Arial"/>
                <a:ea typeface="Arial"/>
                <a:cs typeface="Arial"/>
                <a:sym typeface="Arial"/>
              </a:rPr>
              <a:t> is an intelligent Java-based solution engineered to enhance residential energy efficiency through automated control and data-driven decision-making.</a:t>
            </a:r>
            <a:endParaRPr/>
          </a:p>
          <a:p>
            <a:pPr indent="-285750" lvl="0" marL="285750" marR="0" rtl="0" algn="just">
              <a:spcBef>
                <a:spcPts val="0"/>
              </a:spcBef>
              <a:spcAft>
                <a:spcPts val="0"/>
              </a:spcAft>
              <a:buClr>
                <a:schemeClr val="dk1"/>
              </a:buClr>
              <a:buSzPts val="2000"/>
              <a:buFont typeface="Noto Sans Symbols"/>
              <a:buChar char="⮚"/>
            </a:pPr>
            <a:r>
              <a:rPr lang="en-US" sz="2000">
                <a:solidFill>
                  <a:schemeClr val="dk1"/>
                </a:solidFill>
                <a:latin typeface="Arial"/>
                <a:ea typeface="Arial"/>
                <a:cs typeface="Arial"/>
                <a:sym typeface="Arial"/>
              </a:rPr>
              <a:t> The platform enables real-time monitoring of power usage, predictive appliance scheduling, and optimized resource utilization. </a:t>
            </a:r>
            <a:endParaRPr/>
          </a:p>
          <a:p>
            <a:pPr indent="-285750" lvl="0" marL="285750" marR="0" rtl="0" algn="just">
              <a:spcBef>
                <a:spcPts val="0"/>
              </a:spcBef>
              <a:spcAft>
                <a:spcPts val="0"/>
              </a:spcAft>
              <a:buClr>
                <a:schemeClr val="dk1"/>
              </a:buClr>
              <a:buSzPts val="2000"/>
              <a:buFont typeface="Noto Sans Symbols"/>
              <a:buChar char="⮚"/>
            </a:pPr>
            <a:r>
              <a:rPr lang="en-US" sz="2000">
                <a:solidFill>
                  <a:schemeClr val="dk1"/>
                </a:solidFill>
                <a:latin typeface="Arial"/>
                <a:ea typeface="Arial"/>
                <a:cs typeface="Arial"/>
                <a:sym typeface="Arial"/>
              </a:rPr>
              <a:t>By integrating smart automation with user-centric insights, the system supports sustainable living while reducing operational energy costs.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5"/>
          <p:cNvSpPr txBox="1"/>
          <p:nvPr/>
        </p:nvSpPr>
        <p:spPr>
          <a:xfrm>
            <a:off x="629263" y="523257"/>
            <a:ext cx="609600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chemeClr val="dk1"/>
                </a:solidFill>
                <a:latin typeface="Garamond"/>
                <a:ea typeface="Garamond"/>
                <a:cs typeface="Garamond"/>
                <a:sym typeface="Garamond"/>
              </a:rPr>
              <a:t>Solution Overview:</a:t>
            </a:r>
            <a:endParaRPr/>
          </a:p>
        </p:txBody>
      </p:sp>
      <p:sp>
        <p:nvSpPr>
          <p:cNvPr id="205" name="Google Shape;205;p5"/>
          <p:cNvSpPr/>
          <p:nvPr/>
        </p:nvSpPr>
        <p:spPr>
          <a:xfrm>
            <a:off x="4192109" y="2322682"/>
            <a:ext cx="3571811"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000" cap="none">
                <a:solidFill>
                  <a:srgbClr val="7030A0"/>
                </a:solidFill>
                <a:latin typeface="Garamond"/>
                <a:ea typeface="Garamond"/>
                <a:cs typeface="Garamond"/>
                <a:sym typeface="Garamond"/>
              </a:rPr>
              <a:t>Functional Modules:</a:t>
            </a:r>
            <a:endParaRPr/>
          </a:p>
        </p:txBody>
      </p:sp>
      <p:sp>
        <p:nvSpPr>
          <p:cNvPr id="206" name="Google Shape;206;p5"/>
          <p:cNvSpPr/>
          <p:nvPr/>
        </p:nvSpPr>
        <p:spPr>
          <a:xfrm>
            <a:off x="1929719" y="3898596"/>
            <a:ext cx="6335648" cy="646331"/>
          </a:xfrm>
          <a:prstGeom prst="rect">
            <a:avLst/>
          </a:prstGeom>
          <a:noFill/>
          <a:ln>
            <a:noFill/>
          </a:ln>
        </p:spPr>
        <p:txBody>
          <a:bodyPr anchorCtr="0" anchor="ctr"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Secure login and role-based access control.</a:t>
            </a:r>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Differentiated permissions for admin and user roles.</a:t>
            </a:r>
            <a:endParaRPr/>
          </a:p>
        </p:txBody>
      </p:sp>
      <p:sp>
        <p:nvSpPr>
          <p:cNvPr id="207" name="Google Shape;207;p5"/>
          <p:cNvSpPr txBox="1"/>
          <p:nvPr/>
        </p:nvSpPr>
        <p:spPr>
          <a:xfrm>
            <a:off x="1929719" y="5757159"/>
            <a:ext cx="6096000" cy="36933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Arial"/>
                <a:ea typeface="Arial"/>
                <a:cs typeface="Arial"/>
                <a:sym typeface="Arial"/>
              </a:rPr>
              <a:t>Add, remove, and configure smart home devices.</a:t>
            </a:r>
            <a:endParaRPr sz="1800">
              <a:solidFill>
                <a:schemeClr val="dk1"/>
              </a:solidFill>
              <a:latin typeface="Arial"/>
              <a:ea typeface="Arial"/>
              <a:cs typeface="Arial"/>
              <a:sym typeface="Arial"/>
            </a:endParaRPr>
          </a:p>
        </p:txBody>
      </p:sp>
      <p:sp>
        <p:nvSpPr>
          <p:cNvPr id="208" name="Google Shape;208;p5"/>
          <p:cNvSpPr txBox="1"/>
          <p:nvPr/>
        </p:nvSpPr>
        <p:spPr>
          <a:xfrm>
            <a:off x="698091" y="1450238"/>
            <a:ext cx="10982632"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Garamond"/>
                <a:ea typeface="Garamond"/>
                <a:cs typeface="Garamond"/>
                <a:sym typeface="Garamond"/>
              </a:rPr>
              <a:t>A Java-based Smart Home Energy Management System designed to optimize energy usage, automate device control, and provide intelligent consumption insights.</a:t>
            </a:r>
            <a:endParaRPr sz="2000">
              <a:solidFill>
                <a:schemeClr val="dk1"/>
              </a:solidFill>
              <a:latin typeface="Garamond"/>
              <a:ea typeface="Garamond"/>
              <a:cs typeface="Garamond"/>
              <a:sym typeface="Garamond"/>
            </a:endParaRPr>
          </a:p>
        </p:txBody>
      </p:sp>
      <p:sp>
        <p:nvSpPr>
          <p:cNvPr id="209" name="Google Shape;209;p5"/>
          <p:cNvSpPr txBox="1"/>
          <p:nvPr/>
        </p:nvSpPr>
        <p:spPr>
          <a:xfrm>
            <a:off x="481779" y="3205797"/>
            <a:ext cx="6096000" cy="400110"/>
          </a:xfrm>
          <a:prstGeom prst="rect">
            <a:avLst/>
          </a:prstGeom>
          <a:solidFill>
            <a:srgbClr val="BFCBCB"/>
          </a:solid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Courier New"/>
              <a:buChar char="o"/>
            </a:pPr>
            <a:r>
              <a:rPr b="1" lang="en-US" sz="2000">
                <a:solidFill>
                  <a:schemeClr val="dk1"/>
                </a:solidFill>
                <a:latin typeface="Open Sans"/>
                <a:ea typeface="Open Sans"/>
                <a:cs typeface="Open Sans"/>
                <a:sym typeface="Open Sans"/>
              </a:rPr>
              <a:t>Authentication &amp; Role Management</a:t>
            </a:r>
            <a:r>
              <a:rPr lang="en-US" sz="2000">
                <a:solidFill>
                  <a:schemeClr val="dk1"/>
                </a:solidFill>
                <a:latin typeface="Garamond"/>
                <a:ea typeface="Garamond"/>
                <a:cs typeface="Garamond"/>
                <a:sym typeface="Garamond"/>
              </a:rPr>
              <a:t>🔐</a:t>
            </a:r>
            <a:endParaRPr b="1" sz="2000">
              <a:solidFill>
                <a:schemeClr val="dk1"/>
              </a:solidFill>
              <a:latin typeface="Open Sans"/>
              <a:ea typeface="Open Sans"/>
              <a:cs typeface="Open Sans"/>
              <a:sym typeface="Open Sans"/>
            </a:endParaRPr>
          </a:p>
        </p:txBody>
      </p:sp>
      <p:sp>
        <p:nvSpPr>
          <p:cNvPr id="210" name="Google Shape;210;p5"/>
          <p:cNvSpPr txBox="1"/>
          <p:nvPr/>
        </p:nvSpPr>
        <p:spPr>
          <a:xfrm>
            <a:off x="481779" y="4950988"/>
            <a:ext cx="6096000" cy="400110"/>
          </a:xfrm>
          <a:prstGeom prst="rect">
            <a:avLst/>
          </a:prstGeom>
          <a:solidFill>
            <a:srgbClr val="BFCBCB"/>
          </a:solid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Courier New"/>
              <a:buChar char="o"/>
            </a:pPr>
            <a:r>
              <a:rPr b="1" lang="en-US" sz="2000">
                <a:solidFill>
                  <a:schemeClr val="dk1"/>
                </a:solidFill>
                <a:latin typeface="Open Sans"/>
                <a:ea typeface="Open Sans"/>
                <a:cs typeface="Open Sans"/>
                <a:sym typeface="Open Sans"/>
              </a:rPr>
              <a:t> Device Management</a:t>
            </a:r>
            <a:r>
              <a:rPr lang="en-US" sz="2000">
                <a:solidFill>
                  <a:schemeClr val="dk1"/>
                </a:solidFill>
                <a:latin typeface="Garamond"/>
                <a:ea typeface="Garamond"/>
                <a:cs typeface="Garamond"/>
                <a:sym typeface="Garamond"/>
              </a:rPr>
              <a:t>⚙️</a:t>
            </a:r>
            <a:endParaRPr b="1" sz="2000">
              <a:solidFill>
                <a:schemeClr val="dk1"/>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6"/>
          <p:cNvSpPr txBox="1"/>
          <p:nvPr/>
        </p:nvSpPr>
        <p:spPr>
          <a:xfrm>
            <a:off x="786581" y="2245408"/>
            <a:ext cx="6096000" cy="400110"/>
          </a:xfrm>
          <a:prstGeom prst="rect">
            <a:avLst/>
          </a:prstGeom>
          <a:solidFill>
            <a:srgbClr val="BFCBCB"/>
          </a:solid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Courier New"/>
              <a:buChar char="o"/>
            </a:pPr>
            <a:r>
              <a:rPr b="1" lang="en-US" sz="2000">
                <a:solidFill>
                  <a:schemeClr val="dk1"/>
                </a:solidFill>
                <a:latin typeface="Open Sans"/>
                <a:ea typeface="Open Sans"/>
                <a:cs typeface="Open Sans"/>
                <a:sym typeface="Open Sans"/>
              </a:rPr>
              <a:t>Analytics Dashboard</a:t>
            </a:r>
            <a:r>
              <a:rPr lang="en-US" sz="2000">
                <a:solidFill>
                  <a:schemeClr val="dk1"/>
                </a:solidFill>
                <a:latin typeface="Garamond"/>
                <a:ea typeface="Garamond"/>
                <a:cs typeface="Garamond"/>
                <a:sym typeface="Garamond"/>
              </a:rPr>
              <a:t>📈 </a:t>
            </a:r>
            <a:endParaRPr b="1" sz="2000">
              <a:solidFill>
                <a:schemeClr val="dk1"/>
              </a:solidFill>
              <a:latin typeface="Open Sans"/>
              <a:ea typeface="Open Sans"/>
              <a:cs typeface="Open Sans"/>
              <a:sym typeface="Open Sans"/>
            </a:endParaRPr>
          </a:p>
        </p:txBody>
      </p:sp>
      <p:sp>
        <p:nvSpPr>
          <p:cNvPr id="216" name="Google Shape;216;p6"/>
          <p:cNvSpPr txBox="1"/>
          <p:nvPr/>
        </p:nvSpPr>
        <p:spPr>
          <a:xfrm>
            <a:off x="786581" y="4072872"/>
            <a:ext cx="6096000" cy="400110"/>
          </a:xfrm>
          <a:prstGeom prst="rect">
            <a:avLst/>
          </a:prstGeom>
          <a:solidFill>
            <a:srgbClr val="BFCBCB"/>
          </a:solid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Courier New"/>
              <a:buChar char="o"/>
            </a:pPr>
            <a:r>
              <a:rPr b="1" lang="en-US" sz="2000">
                <a:solidFill>
                  <a:schemeClr val="dk1"/>
                </a:solidFill>
                <a:latin typeface="Open Sans"/>
                <a:ea typeface="Open Sans"/>
                <a:cs typeface="Open Sans"/>
                <a:sym typeface="Open Sans"/>
              </a:rPr>
              <a:t>Scheduling &amp; Automation</a:t>
            </a:r>
            <a:r>
              <a:rPr lang="en-US" sz="2000">
                <a:solidFill>
                  <a:schemeClr val="dk1"/>
                </a:solidFill>
                <a:latin typeface="Garamond"/>
                <a:ea typeface="Garamond"/>
                <a:cs typeface="Garamond"/>
                <a:sym typeface="Garamond"/>
              </a:rPr>
              <a:t>⏱</a:t>
            </a:r>
            <a:endParaRPr b="1" sz="2000">
              <a:solidFill>
                <a:schemeClr val="dk1"/>
              </a:solidFill>
              <a:latin typeface="Open Sans"/>
              <a:ea typeface="Open Sans"/>
              <a:cs typeface="Open Sans"/>
              <a:sym typeface="Open Sans"/>
            </a:endParaRPr>
          </a:p>
        </p:txBody>
      </p:sp>
      <p:sp>
        <p:nvSpPr>
          <p:cNvPr id="217" name="Google Shape;217;p6"/>
          <p:cNvSpPr txBox="1"/>
          <p:nvPr/>
        </p:nvSpPr>
        <p:spPr>
          <a:xfrm>
            <a:off x="786581" y="992012"/>
            <a:ext cx="6096000" cy="400110"/>
          </a:xfrm>
          <a:prstGeom prst="rect">
            <a:avLst/>
          </a:prstGeom>
          <a:solidFill>
            <a:srgbClr val="BFCBCB"/>
          </a:solid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Courier New"/>
              <a:buChar char="o"/>
            </a:pPr>
            <a:r>
              <a:rPr b="1" lang="en-US" sz="2000">
                <a:solidFill>
                  <a:schemeClr val="dk1"/>
                </a:solidFill>
                <a:latin typeface="Open Sans"/>
                <a:ea typeface="Open Sans"/>
                <a:cs typeface="Open Sans"/>
                <a:sym typeface="Open Sans"/>
              </a:rPr>
              <a:t>Real-Time Energy Tracking</a:t>
            </a:r>
            <a:r>
              <a:rPr lang="en-US" sz="2000">
                <a:solidFill>
                  <a:schemeClr val="dk1"/>
                </a:solidFill>
                <a:latin typeface="Garamond"/>
                <a:ea typeface="Garamond"/>
                <a:cs typeface="Garamond"/>
                <a:sym typeface="Garamond"/>
              </a:rPr>
              <a:t>📊 </a:t>
            </a:r>
            <a:endParaRPr b="1" sz="2000">
              <a:solidFill>
                <a:schemeClr val="dk1"/>
              </a:solidFill>
              <a:latin typeface="Open Sans"/>
              <a:ea typeface="Open Sans"/>
              <a:cs typeface="Open Sans"/>
              <a:sym typeface="Open Sans"/>
            </a:endParaRPr>
          </a:p>
        </p:txBody>
      </p:sp>
      <p:sp>
        <p:nvSpPr>
          <p:cNvPr id="218" name="Google Shape;218;p6"/>
          <p:cNvSpPr txBox="1"/>
          <p:nvPr/>
        </p:nvSpPr>
        <p:spPr>
          <a:xfrm>
            <a:off x="1838632" y="1674912"/>
            <a:ext cx="6096000" cy="36933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Arial"/>
                <a:ea typeface="Arial"/>
                <a:cs typeface="Arial"/>
                <a:sym typeface="Arial"/>
              </a:rPr>
              <a:t>Live monitoring of appliance-level power consumption.</a:t>
            </a:r>
            <a:endParaRPr sz="1800">
              <a:solidFill>
                <a:schemeClr val="dk1"/>
              </a:solidFill>
              <a:latin typeface="Arial"/>
              <a:ea typeface="Arial"/>
              <a:cs typeface="Arial"/>
              <a:sym typeface="Arial"/>
            </a:endParaRPr>
          </a:p>
        </p:txBody>
      </p:sp>
      <p:sp>
        <p:nvSpPr>
          <p:cNvPr id="219" name="Google Shape;219;p6"/>
          <p:cNvSpPr/>
          <p:nvPr/>
        </p:nvSpPr>
        <p:spPr>
          <a:xfrm>
            <a:off x="1838632" y="2897530"/>
            <a:ext cx="6567948" cy="923330"/>
          </a:xfrm>
          <a:prstGeom prst="rect">
            <a:avLst/>
          </a:prstGeom>
          <a:noFill/>
          <a:ln>
            <a:noFill/>
          </a:ln>
        </p:spPr>
        <p:txBody>
          <a:bodyPr anchorCtr="0" anchor="ctr"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Visual reports, trends, and consumption summaries.</a:t>
            </a:r>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Data-driven insights to support energy optimization</a:t>
            </a:r>
            <a:endParaRPr/>
          </a:p>
        </p:txBody>
      </p:sp>
      <p:sp>
        <p:nvSpPr>
          <p:cNvPr id="220" name="Google Shape;220;p6"/>
          <p:cNvSpPr txBox="1"/>
          <p:nvPr/>
        </p:nvSpPr>
        <p:spPr>
          <a:xfrm>
            <a:off x="1769806" y="4878882"/>
            <a:ext cx="6096000" cy="64633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Arial"/>
                <a:ea typeface="Arial"/>
                <a:cs typeface="Arial"/>
                <a:sym typeface="Arial"/>
              </a:rPr>
              <a:t>Smart rules based on time, usage patterns, or energy goals.</a:t>
            </a:r>
            <a:endParaRPr sz="18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7"/>
          <p:cNvSpPr/>
          <p:nvPr/>
        </p:nvSpPr>
        <p:spPr>
          <a:xfrm>
            <a:off x="4554559" y="445648"/>
            <a:ext cx="3259800" cy="923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5400" cap="none">
                <a:solidFill>
                  <a:schemeClr val="dk1"/>
                </a:solidFill>
                <a:latin typeface="Garamond"/>
                <a:ea typeface="Garamond"/>
                <a:cs typeface="Garamond"/>
                <a:sym typeface="Garamond"/>
              </a:rPr>
              <a:t>Tech Stack </a:t>
            </a:r>
            <a:endParaRPr/>
          </a:p>
        </p:txBody>
      </p:sp>
      <p:sp>
        <p:nvSpPr>
          <p:cNvPr id="226" name="Google Shape;226;p7"/>
          <p:cNvSpPr txBox="1"/>
          <p:nvPr/>
        </p:nvSpPr>
        <p:spPr>
          <a:xfrm>
            <a:off x="968478" y="1524822"/>
            <a:ext cx="61107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chemeClr val="dk1"/>
                </a:solidFill>
                <a:latin typeface="Open Sans"/>
                <a:ea typeface="Open Sans"/>
                <a:cs typeface="Open Sans"/>
                <a:sym typeface="Open Sans"/>
              </a:rPr>
              <a:t>Front End:</a:t>
            </a:r>
            <a:r>
              <a:rPr lang="en-US" sz="2200">
                <a:solidFill>
                  <a:schemeClr val="dk1"/>
                </a:solidFill>
                <a:latin typeface="Arial"/>
                <a:ea typeface="Arial"/>
                <a:cs typeface="Arial"/>
                <a:sym typeface="Arial"/>
              </a:rPr>
              <a:t>Html/CSS/Bootstrap</a:t>
            </a:r>
            <a:endParaRPr/>
          </a:p>
        </p:txBody>
      </p:sp>
      <p:sp>
        <p:nvSpPr>
          <p:cNvPr id="227" name="Google Shape;227;p7"/>
          <p:cNvSpPr txBox="1"/>
          <p:nvPr/>
        </p:nvSpPr>
        <p:spPr>
          <a:xfrm>
            <a:off x="968478" y="2078820"/>
            <a:ext cx="9615900" cy="2462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chemeClr val="dk1"/>
                </a:solidFill>
                <a:latin typeface="Open Sans"/>
                <a:ea typeface="Open Sans"/>
                <a:cs typeface="Open Sans"/>
                <a:sym typeface="Open Sans"/>
              </a:rPr>
              <a:t>Back End:</a:t>
            </a:r>
            <a:endParaRPr/>
          </a:p>
          <a:p>
            <a:pPr indent="-342900" lvl="1" marL="800100" marR="0" rtl="0" algn="l">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Java 17 or higher  🡪Stable version</a:t>
            </a:r>
            <a:endParaRPr/>
          </a:p>
          <a:p>
            <a:pPr indent="-342900" lvl="1" marL="800100" marR="0" rtl="0" algn="l">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Spring Boot  🡪Auto configures project and helps to build REST API</a:t>
            </a:r>
            <a:endParaRPr/>
          </a:p>
          <a:p>
            <a:pPr indent="-342900" lvl="1" marL="800100" marR="0" rtl="0" algn="l">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JDBC  🡪 Connects java to database</a:t>
            </a:r>
            <a:endParaRPr/>
          </a:p>
          <a:p>
            <a:pPr indent="-342900" lvl="1" marL="800100" marR="0" rtl="0" algn="l">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Hibernate 🡪 for ORM</a:t>
            </a:r>
            <a:endParaRPr/>
          </a:p>
          <a:p>
            <a:pPr indent="-342900" lvl="1" marL="800100" marR="0" rtl="0" algn="l">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REST API 🡪 Enables easy communication</a:t>
            </a:r>
            <a:endParaRPr b="0" i="0" sz="2200" u="none" cap="none" strike="noStrike">
              <a:solidFill>
                <a:schemeClr val="dk1"/>
              </a:solidFill>
              <a:latin typeface="Arial"/>
              <a:ea typeface="Arial"/>
              <a:cs typeface="Arial"/>
              <a:sym typeface="Arial"/>
            </a:endParaRPr>
          </a:p>
          <a:p>
            <a:pPr indent="-203200" lvl="1" marL="800100" marR="0" rtl="0" algn="l">
              <a:spcBef>
                <a:spcPts val="0"/>
              </a:spcBef>
              <a:spcAft>
                <a:spcPts val="0"/>
              </a:spcAft>
              <a:buClr>
                <a:schemeClr val="dk1"/>
              </a:buClr>
              <a:buSzPts val="2200"/>
              <a:buFont typeface="Arial"/>
              <a:buNone/>
            </a:pPr>
            <a:r>
              <a:t/>
            </a:r>
            <a:endParaRPr b="0" i="0" sz="2200" u="none" cap="none" strike="noStrike">
              <a:solidFill>
                <a:schemeClr val="dk1"/>
              </a:solidFill>
              <a:latin typeface="Arial"/>
              <a:ea typeface="Arial"/>
              <a:cs typeface="Arial"/>
              <a:sym typeface="Arial"/>
            </a:endParaRPr>
          </a:p>
        </p:txBody>
      </p:sp>
      <p:sp>
        <p:nvSpPr>
          <p:cNvPr id="228" name="Google Shape;228;p7"/>
          <p:cNvSpPr txBox="1"/>
          <p:nvPr/>
        </p:nvSpPr>
        <p:spPr>
          <a:xfrm>
            <a:off x="968478" y="4156313"/>
            <a:ext cx="90162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chemeClr val="dk1"/>
                </a:solidFill>
                <a:latin typeface="Open Sans"/>
                <a:ea typeface="Open Sans"/>
                <a:cs typeface="Open Sans"/>
                <a:sym typeface="Open Sans"/>
              </a:rPr>
              <a:t>Data Base:</a:t>
            </a:r>
            <a:endParaRPr/>
          </a:p>
          <a:p>
            <a:pPr indent="-342900" lvl="1" marL="800100" marR="0" rtl="0" algn="l">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MySql 🡪 table format and structured / Relational Databses</a:t>
            </a:r>
            <a:endParaRPr b="0" i="0" sz="2200" u="none" cap="none" strike="noStrike">
              <a:solidFill>
                <a:schemeClr val="dk1"/>
              </a:solidFill>
              <a:latin typeface="Arial"/>
              <a:ea typeface="Arial"/>
              <a:cs typeface="Arial"/>
              <a:sym typeface="Arial"/>
            </a:endParaRPr>
          </a:p>
        </p:txBody>
      </p:sp>
      <p:sp>
        <p:nvSpPr>
          <p:cNvPr id="229" name="Google Shape;229;p7"/>
          <p:cNvSpPr txBox="1"/>
          <p:nvPr/>
        </p:nvSpPr>
        <p:spPr>
          <a:xfrm>
            <a:off x="968478" y="5048864"/>
            <a:ext cx="57027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chemeClr val="dk1"/>
                </a:solidFill>
                <a:latin typeface="Open Sans"/>
                <a:ea typeface="Open Sans"/>
                <a:cs typeface="Open Sans"/>
                <a:sym typeface="Open Sans"/>
              </a:rPr>
              <a:t>Version Control: </a:t>
            </a:r>
            <a:r>
              <a:rPr lang="en-US" sz="2200">
                <a:solidFill>
                  <a:schemeClr val="dk1"/>
                </a:solidFill>
                <a:latin typeface="Arial"/>
                <a:ea typeface="Arial"/>
                <a:cs typeface="Arial"/>
                <a:sym typeface="Arial"/>
              </a:rPr>
              <a:t>Git &amp; Git Hub</a:t>
            </a:r>
            <a:endParaRPr b="1" sz="2200">
              <a:solidFill>
                <a:schemeClr val="dk1"/>
              </a:solidFill>
              <a:latin typeface="Open Sans"/>
              <a:ea typeface="Open Sans"/>
              <a:cs typeface="Open Sans"/>
              <a:sym typeface="Open Sans"/>
            </a:endParaRPr>
          </a:p>
        </p:txBody>
      </p:sp>
      <p:sp>
        <p:nvSpPr>
          <p:cNvPr id="230" name="Google Shape;230;p7"/>
          <p:cNvSpPr txBox="1"/>
          <p:nvPr/>
        </p:nvSpPr>
        <p:spPr>
          <a:xfrm>
            <a:off x="983225" y="5602862"/>
            <a:ext cx="46899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chemeClr val="dk1"/>
                </a:solidFill>
                <a:latin typeface="Open Sans"/>
                <a:ea typeface="Open Sans"/>
                <a:cs typeface="Open Sans"/>
                <a:sym typeface="Open Sans"/>
              </a:rPr>
              <a:t>IDE:</a:t>
            </a:r>
            <a:r>
              <a:rPr lang="en-US" sz="2200">
                <a:solidFill>
                  <a:schemeClr val="dk1"/>
                </a:solidFill>
                <a:latin typeface="Garamond"/>
                <a:ea typeface="Garamond"/>
                <a:cs typeface="Garamond"/>
                <a:sym typeface="Garamond"/>
              </a:rPr>
              <a:t>      IntelliJ/Vs code</a:t>
            </a:r>
            <a:endParaRPr sz="2200">
              <a:solidFill>
                <a:schemeClr val="dk1"/>
              </a:solidFill>
              <a:latin typeface="Garamond"/>
              <a:ea typeface="Garamond"/>
              <a:cs typeface="Garamond"/>
              <a:sym typeface="Garamo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8"/>
          <p:cNvSpPr/>
          <p:nvPr/>
        </p:nvSpPr>
        <p:spPr>
          <a:xfrm>
            <a:off x="6400799" y="3733799"/>
            <a:ext cx="4247535" cy="424753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aramond"/>
              <a:ea typeface="Garamond"/>
              <a:cs typeface="Garamond"/>
              <a:sym typeface="Garamond"/>
            </a:endParaRPr>
          </a:p>
        </p:txBody>
      </p:sp>
      <p:pic>
        <p:nvPicPr>
          <p:cNvPr id="236" name="Google Shape;236;p8"/>
          <p:cNvPicPr preferRelativeResize="0"/>
          <p:nvPr/>
        </p:nvPicPr>
        <p:blipFill rotWithShape="1">
          <a:blip r:embed="rId3">
            <a:alphaModFix/>
          </a:blip>
          <a:srcRect b="9625" l="0" r="-1828" t="0"/>
          <a:stretch/>
        </p:blipFill>
        <p:spPr>
          <a:xfrm>
            <a:off x="3561739" y="1176962"/>
            <a:ext cx="4655574" cy="5161933"/>
          </a:xfrm>
          <a:prstGeom prst="rect">
            <a:avLst/>
          </a:prstGeom>
          <a:noFill/>
          <a:ln>
            <a:noFill/>
          </a:ln>
        </p:spPr>
      </p:pic>
      <p:sp>
        <p:nvSpPr>
          <p:cNvPr id="237" name="Google Shape;237;p8"/>
          <p:cNvSpPr/>
          <p:nvPr/>
        </p:nvSpPr>
        <p:spPr>
          <a:xfrm>
            <a:off x="2860819" y="253632"/>
            <a:ext cx="6470362"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cap="none">
                <a:solidFill>
                  <a:schemeClr val="accent4"/>
                </a:solidFill>
                <a:latin typeface="Garamond"/>
                <a:ea typeface="Garamond"/>
                <a:cs typeface="Garamond"/>
                <a:sym typeface="Garamond"/>
              </a:rPr>
              <a:t>System Architechture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9"/>
          <p:cNvSpPr/>
          <p:nvPr/>
        </p:nvSpPr>
        <p:spPr>
          <a:xfrm>
            <a:off x="4912824" y="361787"/>
            <a:ext cx="2366352"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cap="none">
                <a:solidFill>
                  <a:schemeClr val="dk1"/>
                </a:solidFill>
                <a:latin typeface="Garamond"/>
                <a:ea typeface="Garamond"/>
                <a:cs typeface="Garamond"/>
                <a:sym typeface="Garamond"/>
              </a:rPr>
              <a:t>Module -1</a:t>
            </a:r>
            <a:endParaRPr/>
          </a:p>
        </p:txBody>
      </p:sp>
      <p:sp>
        <p:nvSpPr>
          <p:cNvPr id="243" name="Google Shape;243;p9"/>
          <p:cNvSpPr txBox="1"/>
          <p:nvPr/>
        </p:nvSpPr>
        <p:spPr>
          <a:xfrm>
            <a:off x="2684206" y="1384306"/>
            <a:ext cx="6656439"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Open Sans"/>
                <a:ea typeface="Open Sans"/>
                <a:cs typeface="Open Sans"/>
                <a:sym typeface="Open Sans"/>
              </a:rPr>
              <a:t>Authentication and role management</a:t>
            </a:r>
            <a:endParaRPr/>
          </a:p>
        </p:txBody>
      </p:sp>
      <p:sp>
        <p:nvSpPr>
          <p:cNvPr id="244" name="Google Shape;244;p9"/>
          <p:cNvSpPr txBox="1"/>
          <p:nvPr/>
        </p:nvSpPr>
        <p:spPr>
          <a:xfrm>
            <a:off x="1012723" y="1995948"/>
            <a:ext cx="9930580" cy="170816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100">
                <a:solidFill>
                  <a:schemeClr val="dk1"/>
                </a:solidFill>
                <a:latin typeface="Garamond"/>
                <a:ea typeface="Garamond"/>
                <a:cs typeface="Garamond"/>
                <a:sym typeface="Garamond"/>
              </a:rPr>
              <a:t>The Authentication and Role Management module is responsible for validating user credentials and assigning appropriate access privileges within the system. When a user attempts to log in, the system verifies the provided username and password against securely stored credentials in the database. Passwords are stored in an encrypted format to ensure data privacy and protection.</a:t>
            </a:r>
            <a:endParaRPr sz="2100">
              <a:solidFill>
                <a:schemeClr val="dk1"/>
              </a:solidFill>
              <a:latin typeface="Garamond"/>
              <a:ea typeface="Garamond"/>
              <a:cs typeface="Garamond"/>
              <a:sym typeface="Garamond"/>
            </a:endParaRPr>
          </a:p>
        </p:txBody>
      </p:sp>
      <p:sp>
        <p:nvSpPr>
          <p:cNvPr id="245" name="Google Shape;245;p9"/>
          <p:cNvSpPr/>
          <p:nvPr/>
        </p:nvSpPr>
        <p:spPr>
          <a:xfrm>
            <a:off x="1140542" y="4171100"/>
            <a:ext cx="8731045" cy="1477328"/>
          </a:xfrm>
          <a:prstGeom prst="rect">
            <a:avLst/>
          </a:prstGeom>
          <a:noFill/>
          <a:ln>
            <a:noFill/>
          </a:ln>
        </p:spPr>
        <p:txBody>
          <a:bodyPr anchorCtr="0" anchor="ctr"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Arial"/>
                <a:ea typeface="Arial"/>
                <a:cs typeface="Arial"/>
                <a:sym typeface="Arial"/>
              </a:rPr>
              <a:t>Admins</a:t>
            </a:r>
            <a:r>
              <a:rPr b="0" i="0" lang="en-US" sz="1800" u="none" cap="none" strike="noStrike">
                <a:solidFill>
                  <a:schemeClr val="dk1"/>
                </a:solidFill>
                <a:latin typeface="Arial"/>
                <a:ea typeface="Arial"/>
                <a:cs typeface="Arial"/>
                <a:sym typeface="Arial"/>
              </a:rPr>
              <a:t> have extended control, including managing users, viewing system-wide energy data, and configuring devices.</a:t>
            </a:r>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Arial"/>
                <a:ea typeface="Arial"/>
                <a:cs typeface="Arial"/>
                <a:sym typeface="Arial"/>
              </a:rPr>
              <a:t>Standard Users</a:t>
            </a:r>
            <a:r>
              <a:rPr b="0" i="0" lang="en-US" sz="1800" u="none" cap="none" strike="noStrike">
                <a:solidFill>
                  <a:schemeClr val="dk1"/>
                </a:solidFill>
                <a:latin typeface="Arial"/>
                <a:ea typeface="Arial"/>
                <a:cs typeface="Arial"/>
                <a:sym typeface="Arial"/>
              </a:rPr>
              <a:t> are provided access to personal dashboards with device control, energy tracking, scheduling, and usage tips.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descr="Generated image" id="251" name="Google Shape;251;p10"/>
          <p:cNvSpPr/>
          <p:nvPr/>
        </p:nvSpPr>
        <p:spPr>
          <a:xfrm>
            <a:off x="5861956" y="-571500"/>
            <a:ext cx="5739493" cy="573949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aramond"/>
              <a:ea typeface="Garamond"/>
              <a:cs typeface="Garamond"/>
              <a:sym typeface="Garamond"/>
            </a:endParaRPr>
          </a:p>
        </p:txBody>
      </p:sp>
      <p:sp>
        <p:nvSpPr>
          <p:cNvPr descr="Generated image" id="252" name="Google Shape;252;p10"/>
          <p:cNvSpPr/>
          <p:nvPr/>
        </p:nvSpPr>
        <p:spPr>
          <a:xfrm>
            <a:off x="7151914" y="3124199"/>
            <a:ext cx="3053443" cy="305344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aramond"/>
              <a:ea typeface="Garamond"/>
              <a:cs typeface="Garamond"/>
              <a:sym typeface="Garamond"/>
            </a:endParaRPr>
          </a:p>
        </p:txBody>
      </p:sp>
      <p:pic>
        <p:nvPicPr>
          <p:cNvPr id="253" name="Google Shape;253;p10"/>
          <p:cNvPicPr preferRelativeResize="0"/>
          <p:nvPr/>
        </p:nvPicPr>
        <p:blipFill rotWithShape="1">
          <a:blip r:embed="rId3">
            <a:alphaModFix/>
          </a:blip>
          <a:srcRect b="0" l="0" r="0" t="0"/>
          <a:stretch/>
        </p:blipFill>
        <p:spPr>
          <a:xfrm>
            <a:off x="3411794" y="376084"/>
            <a:ext cx="5594556" cy="610583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b9e4b446c0_0_0"/>
          <p:cNvSpPr txBox="1"/>
          <p:nvPr/>
        </p:nvSpPr>
        <p:spPr>
          <a:xfrm>
            <a:off x="3638400" y="629125"/>
            <a:ext cx="4534200" cy="103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100">
                <a:solidFill>
                  <a:schemeClr val="dk1"/>
                </a:solidFill>
                <a:latin typeface="Garamond"/>
                <a:ea typeface="Garamond"/>
                <a:cs typeface="Garamond"/>
                <a:sym typeface="Garamond"/>
              </a:rPr>
              <a:t>Testing Strategy</a:t>
            </a:r>
            <a:endParaRPr b="1" sz="3100">
              <a:solidFill>
                <a:schemeClr val="dk1"/>
              </a:solidFill>
              <a:latin typeface="Garamond"/>
              <a:ea typeface="Garamond"/>
              <a:cs typeface="Garamond"/>
              <a:sym typeface="Garamond"/>
            </a:endParaRPr>
          </a:p>
        </p:txBody>
      </p:sp>
      <p:sp>
        <p:nvSpPr>
          <p:cNvPr id="260" name="Google Shape;260;g3b9e4b446c0_0_0"/>
          <p:cNvSpPr txBox="1"/>
          <p:nvPr/>
        </p:nvSpPr>
        <p:spPr>
          <a:xfrm>
            <a:off x="825000" y="1409850"/>
            <a:ext cx="10542000" cy="40383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1200"/>
              </a:spcBef>
              <a:spcAft>
                <a:spcPts val="0"/>
              </a:spcAft>
              <a:buClr>
                <a:schemeClr val="dk1"/>
              </a:buClr>
              <a:buSzPts val="1500"/>
              <a:buChar char="●"/>
            </a:pPr>
            <a:r>
              <a:rPr lang="en-US" sz="1500">
                <a:solidFill>
                  <a:schemeClr val="dk1"/>
                </a:solidFill>
                <a:latin typeface="Garamond"/>
                <a:ea typeface="Garamond"/>
                <a:cs typeface="Garamond"/>
                <a:sym typeface="Garamond"/>
              </a:rPr>
              <a:t>Tested the Smart Home Energy Management System for </a:t>
            </a:r>
            <a:r>
              <a:rPr b="1" lang="en-US" sz="1500">
                <a:solidFill>
                  <a:schemeClr val="dk1"/>
                </a:solidFill>
                <a:latin typeface="Garamond"/>
                <a:ea typeface="Garamond"/>
                <a:cs typeface="Garamond"/>
                <a:sym typeface="Garamond"/>
              </a:rPr>
              <a:t>functionality, security, and role-based access</a:t>
            </a:r>
            <a:br>
              <a:rPr b="1" lang="en-US" sz="1500">
                <a:solidFill>
                  <a:schemeClr val="dk1"/>
                </a:solidFill>
                <a:latin typeface="Garamond"/>
                <a:ea typeface="Garamond"/>
                <a:cs typeface="Garamond"/>
                <a:sym typeface="Garamond"/>
              </a:rPr>
            </a:br>
            <a:endParaRPr b="1" sz="1500">
              <a:solidFill>
                <a:schemeClr val="dk1"/>
              </a:solidFill>
              <a:latin typeface="Garamond"/>
              <a:ea typeface="Garamond"/>
              <a:cs typeface="Garamond"/>
              <a:sym typeface="Garamond"/>
            </a:endParaRPr>
          </a:p>
          <a:p>
            <a:pPr indent="-323850" lvl="0" marL="457200" rtl="0" algn="l">
              <a:lnSpc>
                <a:spcPct val="115000"/>
              </a:lnSpc>
              <a:spcBef>
                <a:spcPts val="0"/>
              </a:spcBef>
              <a:spcAft>
                <a:spcPts val="0"/>
              </a:spcAft>
              <a:buClr>
                <a:schemeClr val="dk1"/>
              </a:buClr>
              <a:buSzPts val="1500"/>
              <a:buFont typeface="Garamond"/>
              <a:buChar char="●"/>
            </a:pPr>
            <a:r>
              <a:rPr lang="en-US" sz="1500">
                <a:solidFill>
                  <a:schemeClr val="dk1"/>
                </a:solidFill>
                <a:latin typeface="Garamond"/>
                <a:ea typeface="Garamond"/>
                <a:cs typeface="Garamond"/>
                <a:sym typeface="Garamond"/>
              </a:rPr>
              <a:t>Focused on:</a:t>
            </a:r>
            <a:br>
              <a:rPr lang="en-US" sz="1500">
                <a:solidFill>
                  <a:schemeClr val="dk1"/>
                </a:solidFill>
                <a:latin typeface="Garamond"/>
                <a:ea typeface="Garamond"/>
                <a:cs typeface="Garamond"/>
                <a:sym typeface="Garamond"/>
              </a:rPr>
            </a:br>
            <a:endParaRPr sz="1500">
              <a:solidFill>
                <a:schemeClr val="dk1"/>
              </a:solidFill>
              <a:latin typeface="Garamond"/>
              <a:ea typeface="Garamond"/>
              <a:cs typeface="Garamond"/>
              <a:sym typeface="Garamond"/>
            </a:endParaRPr>
          </a:p>
          <a:p>
            <a:pPr indent="-323850" lvl="1" marL="914400" rtl="0" algn="l">
              <a:lnSpc>
                <a:spcPct val="115000"/>
              </a:lnSpc>
              <a:spcBef>
                <a:spcPts val="0"/>
              </a:spcBef>
              <a:spcAft>
                <a:spcPts val="0"/>
              </a:spcAft>
              <a:buClr>
                <a:schemeClr val="dk1"/>
              </a:buClr>
              <a:buSzPts val="1500"/>
              <a:buFont typeface="Garamond"/>
              <a:buChar char="○"/>
            </a:pPr>
            <a:r>
              <a:rPr lang="en-US" sz="1500">
                <a:solidFill>
                  <a:schemeClr val="dk1"/>
                </a:solidFill>
                <a:latin typeface="Garamond"/>
                <a:ea typeface="Garamond"/>
                <a:cs typeface="Garamond"/>
                <a:sym typeface="Garamond"/>
              </a:rPr>
              <a:t>Login &amp; Authentication</a:t>
            </a:r>
            <a:br>
              <a:rPr lang="en-US" sz="1500">
                <a:solidFill>
                  <a:schemeClr val="dk1"/>
                </a:solidFill>
                <a:latin typeface="Garamond"/>
                <a:ea typeface="Garamond"/>
                <a:cs typeface="Garamond"/>
                <a:sym typeface="Garamond"/>
              </a:rPr>
            </a:br>
            <a:endParaRPr sz="1500">
              <a:solidFill>
                <a:schemeClr val="dk1"/>
              </a:solidFill>
              <a:latin typeface="Garamond"/>
              <a:ea typeface="Garamond"/>
              <a:cs typeface="Garamond"/>
              <a:sym typeface="Garamond"/>
            </a:endParaRPr>
          </a:p>
          <a:p>
            <a:pPr indent="-323850" lvl="1" marL="914400" rtl="0" algn="l">
              <a:lnSpc>
                <a:spcPct val="115000"/>
              </a:lnSpc>
              <a:spcBef>
                <a:spcPts val="0"/>
              </a:spcBef>
              <a:spcAft>
                <a:spcPts val="0"/>
              </a:spcAft>
              <a:buClr>
                <a:schemeClr val="dk1"/>
              </a:buClr>
              <a:buSzPts val="1500"/>
              <a:buFont typeface="Garamond"/>
              <a:buChar char="○"/>
            </a:pPr>
            <a:r>
              <a:rPr lang="en-US" sz="1500">
                <a:solidFill>
                  <a:schemeClr val="dk1"/>
                </a:solidFill>
                <a:latin typeface="Garamond"/>
                <a:ea typeface="Garamond"/>
                <a:cs typeface="Garamond"/>
                <a:sym typeface="Garamond"/>
              </a:rPr>
              <a:t>Role-Based Dashboards</a:t>
            </a:r>
            <a:br>
              <a:rPr lang="en-US" sz="1500">
                <a:solidFill>
                  <a:schemeClr val="dk1"/>
                </a:solidFill>
                <a:latin typeface="Garamond"/>
                <a:ea typeface="Garamond"/>
                <a:cs typeface="Garamond"/>
                <a:sym typeface="Garamond"/>
              </a:rPr>
            </a:br>
            <a:endParaRPr sz="1500">
              <a:solidFill>
                <a:schemeClr val="dk1"/>
              </a:solidFill>
              <a:latin typeface="Garamond"/>
              <a:ea typeface="Garamond"/>
              <a:cs typeface="Garamond"/>
              <a:sym typeface="Garamond"/>
            </a:endParaRPr>
          </a:p>
          <a:p>
            <a:pPr indent="-323850" lvl="1" marL="914400" rtl="0" algn="l">
              <a:lnSpc>
                <a:spcPct val="115000"/>
              </a:lnSpc>
              <a:spcBef>
                <a:spcPts val="0"/>
              </a:spcBef>
              <a:spcAft>
                <a:spcPts val="0"/>
              </a:spcAft>
              <a:buClr>
                <a:schemeClr val="dk1"/>
              </a:buClr>
              <a:buSzPts val="1500"/>
              <a:buFont typeface="Garamond"/>
              <a:buChar char="○"/>
            </a:pPr>
            <a:r>
              <a:rPr lang="en-US" sz="1500">
                <a:solidFill>
                  <a:schemeClr val="dk1"/>
                </a:solidFill>
                <a:latin typeface="Garamond"/>
                <a:ea typeface="Garamond"/>
                <a:cs typeface="Garamond"/>
                <a:sym typeface="Garamond"/>
              </a:rPr>
              <a:t>Device Control</a:t>
            </a:r>
            <a:br>
              <a:rPr lang="en-US" sz="1500">
                <a:solidFill>
                  <a:schemeClr val="dk1"/>
                </a:solidFill>
                <a:latin typeface="Garamond"/>
                <a:ea typeface="Garamond"/>
                <a:cs typeface="Garamond"/>
                <a:sym typeface="Garamond"/>
              </a:rPr>
            </a:br>
            <a:endParaRPr sz="1500">
              <a:solidFill>
                <a:schemeClr val="dk1"/>
              </a:solidFill>
              <a:latin typeface="Garamond"/>
              <a:ea typeface="Garamond"/>
              <a:cs typeface="Garamond"/>
              <a:sym typeface="Garamond"/>
            </a:endParaRPr>
          </a:p>
          <a:p>
            <a:pPr indent="-323850" lvl="1" marL="914400" rtl="0" algn="l">
              <a:lnSpc>
                <a:spcPct val="115000"/>
              </a:lnSpc>
              <a:spcBef>
                <a:spcPts val="0"/>
              </a:spcBef>
              <a:spcAft>
                <a:spcPts val="0"/>
              </a:spcAft>
              <a:buClr>
                <a:schemeClr val="dk1"/>
              </a:buClr>
              <a:buSzPts val="1500"/>
              <a:buFont typeface="Garamond"/>
              <a:buChar char="○"/>
            </a:pPr>
            <a:r>
              <a:rPr lang="en-US" sz="1500">
                <a:solidFill>
                  <a:schemeClr val="dk1"/>
                </a:solidFill>
                <a:latin typeface="Garamond"/>
                <a:ea typeface="Garamond"/>
                <a:cs typeface="Garamond"/>
                <a:sym typeface="Garamond"/>
              </a:rPr>
              <a:t>Analytics Page</a:t>
            </a:r>
            <a:br>
              <a:rPr lang="en-US" sz="1500">
                <a:solidFill>
                  <a:schemeClr val="dk1"/>
                </a:solidFill>
                <a:latin typeface="Garamond"/>
                <a:ea typeface="Garamond"/>
                <a:cs typeface="Garamond"/>
                <a:sym typeface="Garamond"/>
              </a:rPr>
            </a:br>
            <a:endParaRPr sz="1500">
              <a:solidFill>
                <a:schemeClr val="dk1"/>
              </a:solidFill>
              <a:latin typeface="Garamond"/>
              <a:ea typeface="Garamond"/>
              <a:cs typeface="Garamond"/>
              <a:sym typeface="Garamond"/>
            </a:endParaRPr>
          </a:p>
          <a:p>
            <a:pPr indent="-323850" lvl="0" marL="457200" rtl="0" algn="l">
              <a:lnSpc>
                <a:spcPct val="115000"/>
              </a:lnSpc>
              <a:spcBef>
                <a:spcPts val="0"/>
              </a:spcBef>
              <a:spcAft>
                <a:spcPts val="0"/>
              </a:spcAft>
              <a:buClr>
                <a:schemeClr val="dk1"/>
              </a:buClr>
              <a:buSzPts val="1500"/>
              <a:buFont typeface="Garamond"/>
              <a:buChar char="●"/>
            </a:pPr>
            <a:r>
              <a:rPr lang="en-US" sz="1500">
                <a:solidFill>
                  <a:schemeClr val="dk1"/>
                </a:solidFill>
                <a:latin typeface="Garamond"/>
                <a:ea typeface="Garamond"/>
                <a:cs typeface="Garamond"/>
                <a:sym typeface="Garamond"/>
              </a:rPr>
              <a:t>Verified system behavior for different user roles:</a:t>
            </a:r>
            <a:br>
              <a:rPr lang="en-US" sz="1500">
                <a:solidFill>
                  <a:schemeClr val="dk1"/>
                </a:solidFill>
                <a:latin typeface="Garamond"/>
                <a:ea typeface="Garamond"/>
                <a:cs typeface="Garamond"/>
                <a:sym typeface="Garamond"/>
              </a:rPr>
            </a:br>
            <a:endParaRPr sz="1500">
              <a:solidFill>
                <a:schemeClr val="dk1"/>
              </a:solidFill>
              <a:latin typeface="Garamond"/>
              <a:ea typeface="Garamond"/>
              <a:cs typeface="Garamond"/>
              <a:sym typeface="Garamond"/>
            </a:endParaRPr>
          </a:p>
          <a:p>
            <a:pPr indent="-323850" lvl="1" marL="914400" rtl="0" algn="l">
              <a:lnSpc>
                <a:spcPct val="115000"/>
              </a:lnSpc>
              <a:spcBef>
                <a:spcPts val="0"/>
              </a:spcBef>
              <a:spcAft>
                <a:spcPts val="0"/>
              </a:spcAft>
              <a:buClr>
                <a:schemeClr val="dk1"/>
              </a:buClr>
              <a:buSzPts val="1500"/>
              <a:buFont typeface="Garamond"/>
              <a:buChar char="○"/>
            </a:pPr>
            <a:r>
              <a:rPr lang="en-US" sz="1500">
                <a:solidFill>
                  <a:schemeClr val="dk1"/>
                </a:solidFill>
                <a:latin typeface="Garamond"/>
                <a:ea typeface="Garamond"/>
                <a:cs typeface="Garamond"/>
                <a:sym typeface="Garamond"/>
              </a:rPr>
              <a:t>Owner, Child, Guest, Servant</a:t>
            </a:r>
            <a:br>
              <a:rPr lang="en-US" sz="1500">
                <a:solidFill>
                  <a:schemeClr val="dk1"/>
                </a:solidFill>
                <a:latin typeface="Garamond"/>
                <a:ea typeface="Garamond"/>
                <a:cs typeface="Garamond"/>
                <a:sym typeface="Garamond"/>
              </a:rPr>
            </a:br>
            <a:endParaRPr sz="1500">
              <a:solidFill>
                <a:schemeClr val="dk1"/>
              </a:solidFill>
              <a:latin typeface="Garamond"/>
              <a:ea typeface="Garamond"/>
              <a:cs typeface="Garamond"/>
              <a:sym typeface="Garamond"/>
            </a:endParaRPr>
          </a:p>
          <a:p>
            <a:pPr indent="-323850" lvl="0" marL="457200" rtl="0" algn="l">
              <a:lnSpc>
                <a:spcPct val="115000"/>
              </a:lnSpc>
              <a:spcBef>
                <a:spcPts val="0"/>
              </a:spcBef>
              <a:spcAft>
                <a:spcPts val="0"/>
              </a:spcAft>
              <a:buClr>
                <a:schemeClr val="dk1"/>
              </a:buClr>
              <a:buSzPts val="1500"/>
              <a:buFont typeface="Garamond"/>
              <a:buChar char="●"/>
            </a:pPr>
            <a:r>
              <a:rPr lang="en-US" sz="1500">
                <a:solidFill>
                  <a:schemeClr val="dk1"/>
                </a:solidFill>
                <a:latin typeface="Garamond"/>
                <a:ea typeface="Garamond"/>
                <a:cs typeface="Garamond"/>
                <a:sym typeface="Garamond"/>
              </a:rPr>
              <a:t>Ensured restricted users cannot access unauthorized features</a:t>
            </a:r>
            <a:br>
              <a:rPr lang="en-US" sz="1500">
                <a:solidFill>
                  <a:schemeClr val="dk1"/>
                </a:solidFill>
                <a:latin typeface="Garamond"/>
                <a:ea typeface="Garamond"/>
                <a:cs typeface="Garamond"/>
                <a:sym typeface="Garamond"/>
              </a:rPr>
            </a:br>
            <a:endParaRPr sz="1500">
              <a:solidFill>
                <a:schemeClr val="dk1"/>
              </a:solidFill>
              <a:latin typeface="Garamond"/>
              <a:ea typeface="Garamond"/>
              <a:cs typeface="Garamond"/>
              <a:sym typeface="Garamond"/>
            </a:endParaRPr>
          </a:p>
          <a:p>
            <a:pPr indent="0" lvl="0" marL="0" rtl="0" algn="l">
              <a:spcBef>
                <a:spcPts val="1200"/>
              </a:spcBef>
              <a:spcAft>
                <a:spcPts val="0"/>
              </a:spcAft>
              <a:buNone/>
            </a:pPr>
            <a:r>
              <a:t/>
            </a:r>
            <a:endParaRPr sz="2200">
              <a:solidFill>
                <a:schemeClr val="dk1"/>
              </a:solidFill>
              <a:latin typeface="Garamond"/>
              <a:ea typeface="Garamond"/>
              <a:cs typeface="Garamond"/>
              <a:sym typeface="Garamo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b9e4b446c0_0_8"/>
          <p:cNvSpPr txBox="1"/>
          <p:nvPr/>
        </p:nvSpPr>
        <p:spPr>
          <a:xfrm>
            <a:off x="3913600" y="756650"/>
            <a:ext cx="4463400" cy="72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000">
                <a:solidFill>
                  <a:schemeClr val="dk1"/>
                </a:solidFill>
                <a:latin typeface="Garamond"/>
                <a:ea typeface="Garamond"/>
                <a:cs typeface="Garamond"/>
                <a:sym typeface="Garamond"/>
              </a:rPr>
              <a:t>Test Cases and Results</a:t>
            </a:r>
            <a:endParaRPr b="1" sz="3000">
              <a:solidFill>
                <a:schemeClr val="dk1"/>
              </a:solidFill>
              <a:latin typeface="Garamond"/>
              <a:ea typeface="Garamond"/>
              <a:cs typeface="Garamond"/>
              <a:sym typeface="Garamond"/>
            </a:endParaRPr>
          </a:p>
        </p:txBody>
      </p:sp>
      <p:sp>
        <p:nvSpPr>
          <p:cNvPr id="267" name="Google Shape;267;g3b9e4b446c0_0_8"/>
          <p:cNvSpPr txBox="1"/>
          <p:nvPr/>
        </p:nvSpPr>
        <p:spPr>
          <a:xfrm>
            <a:off x="966350" y="1479300"/>
            <a:ext cx="10357800" cy="46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2200">
                <a:solidFill>
                  <a:schemeClr val="dk1"/>
                </a:solidFill>
                <a:latin typeface="Garamond"/>
                <a:ea typeface="Garamond"/>
                <a:cs typeface="Garamond"/>
                <a:sym typeface="Garamond"/>
              </a:rPr>
              <a:t>Login tested with valid and invalid credentials</a:t>
            </a:r>
            <a:br>
              <a:rPr lang="en-US" sz="2200">
                <a:solidFill>
                  <a:schemeClr val="dk1"/>
                </a:solidFill>
                <a:latin typeface="Garamond"/>
                <a:ea typeface="Garamond"/>
                <a:cs typeface="Garamond"/>
                <a:sym typeface="Garamond"/>
              </a:rPr>
            </a:br>
            <a:endParaRPr sz="2200">
              <a:solidFill>
                <a:schemeClr val="dk1"/>
              </a:solidFill>
              <a:latin typeface="Garamond"/>
              <a:ea typeface="Garamond"/>
              <a:cs typeface="Garamond"/>
              <a:sym typeface="Garamond"/>
            </a:endParaRPr>
          </a:p>
          <a:p>
            <a:pPr indent="0" lvl="0" marL="0" rtl="0" algn="l">
              <a:spcBef>
                <a:spcPts val="0"/>
              </a:spcBef>
              <a:spcAft>
                <a:spcPts val="0"/>
              </a:spcAft>
              <a:buClr>
                <a:schemeClr val="dk1"/>
              </a:buClr>
              <a:buSzPts val="1100"/>
              <a:buFont typeface="Arial"/>
              <a:buNone/>
            </a:pPr>
            <a:r>
              <a:rPr lang="en-US" sz="2200">
                <a:solidFill>
                  <a:schemeClr val="dk1"/>
                </a:solidFill>
                <a:latin typeface="Garamond"/>
                <a:ea typeface="Garamond"/>
                <a:cs typeface="Garamond"/>
                <a:sym typeface="Garamond"/>
              </a:rPr>
              <a:t>Role-based access verified for all user types</a:t>
            </a:r>
            <a:br>
              <a:rPr lang="en-US" sz="2200">
                <a:solidFill>
                  <a:schemeClr val="dk1"/>
                </a:solidFill>
                <a:latin typeface="Garamond"/>
                <a:ea typeface="Garamond"/>
                <a:cs typeface="Garamond"/>
                <a:sym typeface="Garamond"/>
              </a:rPr>
            </a:br>
            <a:endParaRPr sz="2200">
              <a:solidFill>
                <a:schemeClr val="dk1"/>
              </a:solidFill>
              <a:latin typeface="Garamond"/>
              <a:ea typeface="Garamond"/>
              <a:cs typeface="Garamond"/>
              <a:sym typeface="Garamond"/>
            </a:endParaRPr>
          </a:p>
          <a:p>
            <a:pPr indent="0" lvl="0" marL="0" rtl="0" algn="l">
              <a:spcBef>
                <a:spcPts val="0"/>
              </a:spcBef>
              <a:spcAft>
                <a:spcPts val="0"/>
              </a:spcAft>
              <a:buClr>
                <a:schemeClr val="dk1"/>
              </a:buClr>
              <a:buSzPts val="1100"/>
              <a:buFont typeface="Arial"/>
              <a:buNone/>
            </a:pPr>
            <a:r>
              <a:rPr lang="en-US" sz="2200">
                <a:solidFill>
                  <a:schemeClr val="dk1"/>
                </a:solidFill>
                <a:latin typeface="Garamond"/>
                <a:ea typeface="Garamond"/>
                <a:cs typeface="Garamond"/>
                <a:sym typeface="Garamond"/>
              </a:rPr>
              <a:t>Device ON/OFF and status update tested successfully</a:t>
            </a:r>
            <a:br>
              <a:rPr lang="en-US" sz="2200">
                <a:solidFill>
                  <a:schemeClr val="dk1"/>
                </a:solidFill>
                <a:latin typeface="Garamond"/>
                <a:ea typeface="Garamond"/>
                <a:cs typeface="Garamond"/>
                <a:sym typeface="Garamond"/>
              </a:rPr>
            </a:br>
            <a:endParaRPr sz="2200">
              <a:solidFill>
                <a:schemeClr val="dk1"/>
              </a:solidFill>
              <a:latin typeface="Garamond"/>
              <a:ea typeface="Garamond"/>
              <a:cs typeface="Garamond"/>
              <a:sym typeface="Garamond"/>
            </a:endParaRPr>
          </a:p>
          <a:p>
            <a:pPr indent="0" lvl="0" marL="0" rtl="0" algn="l">
              <a:spcBef>
                <a:spcPts val="0"/>
              </a:spcBef>
              <a:spcAft>
                <a:spcPts val="0"/>
              </a:spcAft>
              <a:buClr>
                <a:schemeClr val="dk1"/>
              </a:buClr>
              <a:buSzPts val="1100"/>
              <a:buFont typeface="Arial"/>
              <a:buNone/>
            </a:pPr>
            <a:r>
              <a:rPr lang="en-US" sz="2200">
                <a:solidFill>
                  <a:schemeClr val="dk1"/>
                </a:solidFill>
                <a:latin typeface="Garamond"/>
                <a:ea typeface="Garamond"/>
                <a:cs typeface="Garamond"/>
                <a:sym typeface="Garamond"/>
              </a:rPr>
              <a:t>Device addition tested for Owner role only</a:t>
            </a:r>
            <a:br>
              <a:rPr lang="en-US" sz="2200">
                <a:solidFill>
                  <a:schemeClr val="dk1"/>
                </a:solidFill>
                <a:latin typeface="Garamond"/>
                <a:ea typeface="Garamond"/>
                <a:cs typeface="Garamond"/>
                <a:sym typeface="Garamond"/>
              </a:rPr>
            </a:br>
            <a:endParaRPr sz="2200">
              <a:solidFill>
                <a:schemeClr val="dk1"/>
              </a:solidFill>
              <a:latin typeface="Garamond"/>
              <a:ea typeface="Garamond"/>
              <a:cs typeface="Garamond"/>
              <a:sym typeface="Garamond"/>
            </a:endParaRPr>
          </a:p>
          <a:p>
            <a:pPr indent="0" lvl="0" marL="0" rtl="0" algn="l">
              <a:spcBef>
                <a:spcPts val="0"/>
              </a:spcBef>
              <a:spcAft>
                <a:spcPts val="0"/>
              </a:spcAft>
              <a:buClr>
                <a:schemeClr val="dk1"/>
              </a:buClr>
              <a:buSzPts val="1100"/>
              <a:buFont typeface="Arial"/>
              <a:buNone/>
            </a:pPr>
            <a:r>
              <a:rPr lang="en-US" sz="2200">
                <a:solidFill>
                  <a:schemeClr val="dk1"/>
                </a:solidFill>
                <a:latin typeface="Garamond"/>
                <a:ea typeface="Garamond"/>
                <a:cs typeface="Garamond"/>
                <a:sym typeface="Garamond"/>
              </a:rPr>
              <a:t>Analytics access and chart loading verified</a:t>
            </a:r>
            <a:br>
              <a:rPr lang="en-US" sz="2200">
                <a:solidFill>
                  <a:schemeClr val="dk1"/>
                </a:solidFill>
                <a:latin typeface="Garamond"/>
                <a:ea typeface="Garamond"/>
                <a:cs typeface="Garamond"/>
                <a:sym typeface="Garamond"/>
              </a:rPr>
            </a:br>
            <a:endParaRPr sz="2200">
              <a:solidFill>
                <a:schemeClr val="dk1"/>
              </a:solidFill>
              <a:latin typeface="Garamond"/>
              <a:ea typeface="Garamond"/>
              <a:cs typeface="Garamond"/>
              <a:sym typeface="Garamond"/>
            </a:endParaRPr>
          </a:p>
          <a:p>
            <a:pPr indent="0" lvl="0" marL="0" rtl="0" algn="l">
              <a:spcBef>
                <a:spcPts val="0"/>
              </a:spcBef>
              <a:spcAft>
                <a:spcPts val="0"/>
              </a:spcAft>
              <a:buClr>
                <a:schemeClr val="dk1"/>
              </a:buClr>
              <a:buSzPts val="1100"/>
              <a:buFont typeface="Arial"/>
              <a:buNone/>
            </a:pPr>
            <a:r>
              <a:rPr b="1" lang="en-US" sz="2200">
                <a:solidFill>
                  <a:schemeClr val="dk1"/>
                </a:solidFill>
                <a:latin typeface="Garamond"/>
                <a:ea typeface="Garamond"/>
                <a:cs typeface="Garamond"/>
                <a:sym typeface="Garamond"/>
              </a:rPr>
              <a:t>Result:</a:t>
            </a:r>
            <a:r>
              <a:rPr lang="en-US" sz="2200">
                <a:solidFill>
                  <a:schemeClr val="dk1"/>
                </a:solidFill>
                <a:latin typeface="Garamond"/>
                <a:ea typeface="Garamond"/>
                <a:cs typeface="Garamond"/>
                <a:sym typeface="Garamond"/>
              </a:rPr>
              <a:t> All test cases passed, system works as expected</a:t>
            </a:r>
            <a:endParaRPr sz="2200">
              <a:solidFill>
                <a:schemeClr val="dk1"/>
              </a:solidFill>
              <a:latin typeface="Garamond"/>
              <a:ea typeface="Garamond"/>
              <a:cs typeface="Garamond"/>
              <a:sym typeface="Garamond"/>
            </a:endParaRPr>
          </a:p>
          <a:p>
            <a:pPr indent="0" lvl="0" marL="0" rtl="0" algn="l">
              <a:spcBef>
                <a:spcPts val="0"/>
              </a:spcBef>
              <a:spcAft>
                <a:spcPts val="0"/>
              </a:spcAft>
              <a:buNone/>
            </a:pPr>
            <a:r>
              <a:t/>
            </a:r>
            <a:endParaRPr sz="2900">
              <a:solidFill>
                <a:schemeClr val="dk1"/>
              </a:solidFill>
              <a:latin typeface="Garamond"/>
              <a:ea typeface="Garamond"/>
              <a:cs typeface="Garamond"/>
              <a:sym typeface="Garamon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avonVTI">
  <a:themeElements>
    <a:clrScheme name="Custom 8">
      <a:dk1>
        <a:srgbClr val="000000"/>
      </a:dk1>
      <a:lt1>
        <a:srgbClr val="FFFFFF"/>
      </a:lt1>
      <a:dk2>
        <a:srgbClr val="696464"/>
      </a:dk2>
      <a:lt2>
        <a:srgbClr val="E9E5DC"/>
      </a:lt2>
      <a:accent1>
        <a:srgbClr val="96A9A9"/>
      </a:accent1>
      <a:accent2>
        <a:srgbClr val="CB581F"/>
      </a:accent2>
      <a:accent3>
        <a:srgbClr val="A28E6A"/>
      </a:accent3>
      <a:accent4>
        <a:srgbClr val="956251"/>
      </a:accent4>
      <a:accent5>
        <a:srgbClr val="918485"/>
      </a:accent5>
      <a:accent6>
        <a:srgbClr val="855D5D"/>
      </a:accent6>
      <a:hlink>
        <a:srgbClr val="D0690C"/>
      </a:hlink>
      <a:folHlink>
        <a:srgbClr val="9696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2026-01-19T15:49:20Z</dcterms:created>
  <dc:creator>Jayanth royal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